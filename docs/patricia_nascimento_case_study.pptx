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  <p:embeddedFont>
      <p:font typeface="Noto Sans Symbols"/>
      <p:regular r:id="rId19"/>
      <p:bold r:id="rId20"/>
    </p:embeddedFont>
    <p:embeddedFont>
      <p:font typeface="Be Vietnam Pro SemiBold"/>
      <p:regular r:id="rId21"/>
      <p:bold r:id="rId22"/>
      <p:italic r:id="rId23"/>
      <p:boldItalic r:id="rId24"/>
    </p:embeddedFont>
    <p:embeddedFont>
      <p:font typeface="Be Vietnam Pr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gaR6vZNOfMpuopfPazmYF3f35K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B25721-8922-4656-81FE-5AEF6395C926}">
  <a:tblStyle styleId="{07B25721-8922-4656-81FE-5AEF6395C9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Symbols-bold.fntdata"/><Relationship Id="rId22" Type="http://schemas.openxmlformats.org/officeDocument/2006/relationships/font" Target="fonts/BeVietnamProSemiBold-bold.fntdata"/><Relationship Id="rId21" Type="http://schemas.openxmlformats.org/officeDocument/2006/relationships/font" Target="fonts/BeVietnamProSemiBold-regular.fntdata"/><Relationship Id="rId24" Type="http://schemas.openxmlformats.org/officeDocument/2006/relationships/font" Target="fonts/BeVietnamProSemiBold-boldItalic.fntdata"/><Relationship Id="rId23" Type="http://schemas.openxmlformats.org/officeDocument/2006/relationships/font" Target="fonts/BeVietnamProSemiBold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eVietnamPro-bold.fntdata"/><Relationship Id="rId25" Type="http://schemas.openxmlformats.org/officeDocument/2006/relationships/font" Target="fonts/BeVietnamPro-regular.fntdata"/><Relationship Id="rId28" Type="http://schemas.openxmlformats.org/officeDocument/2006/relationships/font" Target="fonts/BeVietnamPro-boldItalic.fntdata"/><Relationship Id="rId27" Type="http://schemas.openxmlformats.org/officeDocument/2006/relationships/font" Target="fonts/BeVietnamPr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-regular.fntdata"/><Relationship Id="rId14" Type="http://schemas.openxmlformats.org/officeDocument/2006/relationships/slide" Target="slides/slide9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19" Type="http://schemas.openxmlformats.org/officeDocument/2006/relationships/font" Target="fonts/NotoSansSymbols-regular.fntdata"/><Relationship Id="rId18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a882275e7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a882275e7c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882275e7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PAN Entry: Primary Account Number Entry</a:t>
            </a:r>
            <a:endParaRPr/>
          </a:p>
        </p:txBody>
      </p:sp>
      <p:sp>
        <p:nvSpPr>
          <p:cNvPr id="386" name="Google Shape;386;g3a882275e7c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a882275e7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a882275e7c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882275e7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a882275e7c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a882275e7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a882275e7c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4"/>
          <p:cNvSpPr txBox="1"/>
          <p:nvPr>
            <p:ph type="title"/>
          </p:nvPr>
        </p:nvSpPr>
        <p:spPr>
          <a:xfrm>
            <a:off x="4477320" y="1071360"/>
            <a:ext cx="4161600" cy="221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4"/>
          <p:cNvSpPr/>
          <p:nvPr/>
        </p:nvSpPr>
        <p:spPr>
          <a:xfrm>
            <a:off x="0" y="4911120"/>
            <a:ext cx="9143640" cy="23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9" name="Google Shape;9;p14"/>
          <p:cNvGrpSpPr/>
          <p:nvPr/>
        </p:nvGrpSpPr>
        <p:grpSpPr>
          <a:xfrm>
            <a:off x="0" y="-644760"/>
            <a:ext cx="1755000" cy="5795280"/>
            <a:chOff x="0" y="-644760"/>
            <a:chExt cx="1755000" cy="5795280"/>
          </a:xfrm>
        </p:grpSpPr>
        <p:grpSp>
          <p:nvGrpSpPr>
            <p:cNvPr id="10" name="Google Shape;10;p14"/>
            <p:cNvGrpSpPr/>
            <p:nvPr/>
          </p:nvGrpSpPr>
          <p:grpSpPr>
            <a:xfrm>
              <a:off x="292320" y="0"/>
              <a:ext cx="1462680" cy="5150520"/>
              <a:chOff x="292320" y="0"/>
              <a:chExt cx="1462680" cy="5150520"/>
            </a:xfrm>
          </p:grpSpPr>
          <p:cxnSp>
            <p:nvCxnSpPr>
              <p:cNvPr id="11" name="Google Shape;11;p14"/>
              <p:cNvCxnSpPr/>
              <p:nvPr/>
            </p:nvCxnSpPr>
            <p:spPr>
              <a:xfrm>
                <a:off x="292320" y="0"/>
                <a:ext cx="360" cy="515052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" name="Google Shape;12;p14"/>
              <p:cNvCxnSpPr/>
              <p:nvPr/>
            </p:nvCxnSpPr>
            <p:spPr>
              <a:xfrm>
                <a:off x="877320" y="0"/>
                <a:ext cx="360" cy="515052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" name="Google Shape;13;p14"/>
              <p:cNvCxnSpPr/>
              <p:nvPr/>
            </p:nvCxnSpPr>
            <p:spPr>
              <a:xfrm>
                <a:off x="585000" y="0"/>
                <a:ext cx="360" cy="515052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" name="Google Shape;14;p14"/>
              <p:cNvCxnSpPr/>
              <p:nvPr/>
            </p:nvCxnSpPr>
            <p:spPr>
              <a:xfrm>
                <a:off x="1169640" y="0"/>
                <a:ext cx="360" cy="515052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" name="Google Shape;15;p14"/>
              <p:cNvCxnSpPr/>
              <p:nvPr/>
            </p:nvCxnSpPr>
            <p:spPr>
              <a:xfrm>
                <a:off x="1462320" y="0"/>
                <a:ext cx="360" cy="515052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" name="Google Shape;16;p14"/>
              <p:cNvCxnSpPr/>
              <p:nvPr/>
            </p:nvCxnSpPr>
            <p:spPr>
              <a:xfrm>
                <a:off x="1754640" y="0"/>
                <a:ext cx="360" cy="515052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7" name="Google Shape;17;p14"/>
            <p:cNvGrpSpPr/>
            <p:nvPr/>
          </p:nvGrpSpPr>
          <p:grpSpPr>
            <a:xfrm>
              <a:off x="0" y="-644760"/>
              <a:ext cx="1754640" cy="5555880"/>
              <a:chOff x="0" y="-644760"/>
              <a:chExt cx="1754640" cy="5555880"/>
            </a:xfrm>
          </p:grpSpPr>
          <p:grpSp>
            <p:nvGrpSpPr>
              <p:cNvPr id="18" name="Google Shape;18;p14"/>
              <p:cNvGrpSpPr/>
              <p:nvPr/>
            </p:nvGrpSpPr>
            <p:grpSpPr>
              <a:xfrm>
                <a:off x="0" y="524160"/>
                <a:ext cx="1754640" cy="2047680"/>
                <a:chOff x="0" y="524160"/>
                <a:chExt cx="1754640" cy="2047680"/>
              </a:xfrm>
            </p:grpSpPr>
            <p:cxnSp>
              <p:nvCxnSpPr>
                <p:cNvPr id="19" name="Google Shape;19;p14"/>
                <p:cNvCxnSpPr/>
                <p:nvPr/>
              </p:nvCxnSpPr>
              <p:spPr>
                <a:xfrm>
                  <a:off x="0" y="257148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0" name="Google Shape;20;p14"/>
                <p:cNvCxnSpPr/>
                <p:nvPr/>
              </p:nvCxnSpPr>
              <p:spPr>
                <a:xfrm>
                  <a:off x="0" y="227880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" name="Google Shape;21;p14"/>
                <p:cNvCxnSpPr/>
                <p:nvPr/>
              </p:nvCxnSpPr>
              <p:spPr>
                <a:xfrm>
                  <a:off x="0" y="198648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" name="Google Shape;22;p14"/>
                <p:cNvCxnSpPr/>
                <p:nvPr/>
              </p:nvCxnSpPr>
              <p:spPr>
                <a:xfrm>
                  <a:off x="0" y="169416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" name="Google Shape;23;p14"/>
                <p:cNvCxnSpPr/>
                <p:nvPr/>
              </p:nvCxnSpPr>
              <p:spPr>
                <a:xfrm>
                  <a:off x="0" y="140148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" name="Google Shape;24;p14"/>
                <p:cNvCxnSpPr/>
                <p:nvPr/>
              </p:nvCxnSpPr>
              <p:spPr>
                <a:xfrm>
                  <a:off x="0" y="81684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" name="Google Shape;25;p14"/>
                <p:cNvCxnSpPr/>
                <p:nvPr/>
              </p:nvCxnSpPr>
              <p:spPr>
                <a:xfrm>
                  <a:off x="0" y="110916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" name="Google Shape;26;p14"/>
                <p:cNvCxnSpPr/>
                <p:nvPr/>
              </p:nvCxnSpPr>
              <p:spPr>
                <a:xfrm>
                  <a:off x="0" y="52416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7" name="Google Shape;27;p14"/>
              <p:cNvGrpSpPr/>
              <p:nvPr/>
            </p:nvGrpSpPr>
            <p:grpSpPr>
              <a:xfrm>
                <a:off x="0" y="2863800"/>
                <a:ext cx="1754640" cy="2047320"/>
                <a:chOff x="0" y="2863800"/>
                <a:chExt cx="1754640" cy="2047320"/>
              </a:xfrm>
            </p:grpSpPr>
            <p:cxnSp>
              <p:nvCxnSpPr>
                <p:cNvPr id="28" name="Google Shape;28;p14"/>
                <p:cNvCxnSpPr/>
                <p:nvPr/>
              </p:nvCxnSpPr>
              <p:spPr>
                <a:xfrm>
                  <a:off x="0" y="491076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" name="Google Shape;29;p14"/>
                <p:cNvCxnSpPr/>
                <p:nvPr/>
              </p:nvCxnSpPr>
              <p:spPr>
                <a:xfrm>
                  <a:off x="0" y="461844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" name="Google Shape;30;p14"/>
                <p:cNvCxnSpPr/>
                <p:nvPr/>
              </p:nvCxnSpPr>
              <p:spPr>
                <a:xfrm>
                  <a:off x="0" y="432612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1" name="Google Shape;31;p14"/>
                <p:cNvCxnSpPr/>
                <p:nvPr/>
              </p:nvCxnSpPr>
              <p:spPr>
                <a:xfrm>
                  <a:off x="0" y="403344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" name="Google Shape;32;p14"/>
                <p:cNvCxnSpPr/>
                <p:nvPr/>
              </p:nvCxnSpPr>
              <p:spPr>
                <a:xfrm>
                  <a:off x="0" y="374112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3" name="Google Shape;33;p14"/>
                <p:cNvCxnSpPr/>
                <p:nvPr/>
              </p:nvCxnSpPr>
              <p:spPr>
                <a:xfrm>
                  <a:off x="0" y="315612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4" name="Google Shape;34;p14"/>
                <p:cNvCxnSpPr/>
                <p:nvPr/>
              </p:nvCxnSpPr>
              <p:spPr>
                <a:xfrm>
                  <a:off x="0" y="344880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" name="Google Shape;35;p14"/>
                <p:cNvCxnSpPr/>
                <p:nvPr/>
              </p:nvCxnSpPr>
              <p:spPr>
                <a:xfrm>
                  <a:off x="0" y="286380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6" name="Google Shape;36;p14"/>
              <p:cNvCxnSpPr/>
              <p:nvPr/>
            </p:nvCxnSpPr>
            <p:spPr>
              <a:xfrm flipH="1" rot="10800000">
                <a:off x="876960" y="-644760"/>
                <a:ext cx="360" cy="175428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37" name="Google Shape;37;p14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/>
          <p:nvPr/>
        </p:nvSpPr>
        <p:spPr>
          <a:xfrm>
            <a:off x="0" y="4911120"/>
            <a:ext cx="9143640" cy="23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40" name="Google Shape;40;p15"/>
          <p:cNvGrpSpPr/>
          <p:nvPr/>
        </p:nvGrpSpPr>
        <p:grpSpPr>
          <a:xfrm>
            <a:off x="8558640" y="0"/>
            <a:ext cx="585360" cy="5143320"/>
            <a:chOff x="8558640" y="0"/>
            <a:chExt cx="585360" cy="5143320"/>
          </a:xfrm>
        </p:grpSpPr>
        <p:grpSp>
          <p:nvGrpSpPr>
            <p:cNvPr id="41" name="Google Shape;41;p15"/>
            <p:cNvGrpSpPr/>
            <p:nvPr/>
          </p:nvGrpSpPr>
          <p:grpSpPr>
            <a:xfrm>
              <a:off x="8559000" y="231840"/>
              <a:ext cx="585000" cy="4679640"/>
              <a:chOff x="8559000" y="231840"/>
              <a:chExt cx="585000" cy="4679640"/>
            </a:xfrm>
          </p:grpSpPr>
          <p:grpSp>
            <p:nvGrpSpPr>
              <p:cNvPr id="42" name="Google Shape;42;p15"/>
              <p:cNvGrpSpPr/>
              <p:nvPr/>
            </p:nvGrpSpPr>
            <p:grpSpPr>
              <a:xfrm>
                <a:off x="8559000" y="231840"/>
                <a:ext cx="585000" cy="2340000"/>
                <a:chOff x="8559000" y="231840"/>
                <a:chExt cx="585000" cy="2340000"/>
              </a:xfrm>
            </p:grpSpPr>
            <p:cxnSp>
              <p:nvCxnSpPr>
                <p:cNvPr id="43" name="Google Shape;43;p15"/>
                <p:cNvCxnSpPr/>
                <p:nvPr/>
              </p:nvCxnSpPr>
              <p:spPr>
                <a:xfrm flipH="1">
                  <a:off x="8559000" y="2571480"/>
                  <a:ext cx="58500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" name="Google Shape;44;p15"/>
                <p:cNvCxnSpPr/>
                <p:nvPr/>
              </p:nvCxnSpPr>
              <p:spPr>
                <a:xfrm flipH="1">
                  <a:off x="8559000" y="2279160"/>
                  <a:ext cx="58500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5" name="Google Shape;45;p15"/>
                <p:cNvCxnSpPr/>
                <p:nvPr/>
              </p:nvCxnSpPr>
              <p:spPr>
                <a:xfrm flipH="1">
                  <a:off x="8559000" y="1986480"/>
                  <a:ext cx="58500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6" name="Google Shape;46;p15"/>
                <p:cNvCxnSpPr/>
                <p:nvPr/>
              </p:nvCxnSpPr>
              <p:spPr>
                <a:xfrm flipH="1">
                  <a:off x="8559000" y="1694160"/>
                  <a:ext cx="58500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7" name="Google Shape;47;p15"/>
                <p:cNvCxnSpPr/>
                <p:nvPr/>
              </p:nvCxnSpPr>
              <p:spPr>
                <a:xfrm flipH="1">
                  <a:off x="8559000" y="1401480"/>
                  <a:ext cx="58500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8" name="Google Shape;48;p15"/>
                <p:cNvCxnSpPr/>
                <p:nvPr/>
              </p:nvCxnSpPr>
              <p:spPr>
                <a:xfrm flipH="1">
                  <a:off x="8559000" y="816480"/>
                  <a:ext cx="58500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" name="Google Shape;49;p15"/>
                <p:cNvCxnSpPr/>
                <p:nvPr/>
              </p:nvCxnSpPr>
              <p:spPr>
                <a:xfrm flipH="1">
                  <a:off x="8559000" y="1109160"/>
                  <a:ext cx="58500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0" name="Google Shape;50;p15"/>
                <p:cNvCxnSpPr/>
                <p:nvPr/>
              </p:nvCxnSpPr>
              <p:spPr>
                <a:xfrm flipH="1">
                  <a:off x="8559000" y="524160"/>
                  <a:ext cx="58500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1" name="Google Shape;51;p15"/>
                <p:cNvCxnSpPr/>
                <p:nvPr/>
              </p:nvCxnSpPr>
              <p:spPr>
                <a:xfrm flipH="1">
                  <a:off x="8559000" y="231840"/>
                  <a:ext cx="58500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2" name="Google Shape;52;p15"/>
              <p:cNvGrpSpPr/>
              <p:nvPr/>
            </p:nvGrpSpPr>
            <p:grpSpPr>
              <a:xfrm>
                <a:off x="8559000" y="2863440"/>
                <a:ext cx="585000" cy="2048040"/>
                <a:chOff x="8559000" y="2863440"/>
                <a:chExt cx="585000" cy="2048040"/>
              </a:xfrm>
            </p:grpSpPr>
            <p:cxnSp>
              <p:nvCxnSpPr>
                <p:cNvPr id="53" name="Google Shape;53;p15"/>
                <p:cNvCxnSpPr/>
                <p:nvPr/>
              </p:nvCxnSpPr>
              <p:spPr>
                <a:xfrm flipH="1">
                  <a:off x="8559000" y="4911120"/>
                  <a:ext cx="58500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4" name="Google Shape;54;p15"/>
                <p:cNvCxnSpPr/>
                <p:nvPr/>
              </p:nvCxnSpPr>
              <p:spPr>
                <a:xfrm flipH="1">
                  <a:off x="8559000" y="4618440"/>
                  <a:ext cx="58500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5" name="Google Shape;55;p15"/>
                <p:cNvCxnSpPr/>
                <p:nvPr/>
              </p:nvCxnSpPr>
              <p:spPr>
                <a:xfrm flipH="1">
                  <a:off x="8559000" y="4326120"/>
                  <a:ext cx="58500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6" name="Google Shape;56;p15"/>
                <p:cNvCxnSpPr/>
                <p:nvPr/>
              </p:nvCxnSpPr>
              <p:spPr>
                <a:xfrm flipH="1">
                  <a:off x="8559000" y="4033440"/>
                  <a:ext cx="58500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7" name="Google Shape;57;p15"/>
                <p:cNvCxnSpPr/>
                <p:nvPr/>
              </p:nvCxnSpPr>
              <p:spPr>
                <a:xfrm flipH="1">
                  <a:off x="8559000" y="3741120"/>
                  <a:ext cx="58500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" name="Google Shape;58;p15"/>
                <p:cNvCxnSpPr/>
                <p:nvPr/>
              </p:nvCxnSpPr>
              <p:spPr>
                <a:xfrm flipH="1">
                  <a:off x="8559000" y="3156120"/>
                  <a:ext cx="58500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" name="Google Shape;59;p15"/>
                <p:cNvCxnSpPr/>
                <p:nvPr/>
              </p:nvCxnSpPr>
              <p:spPr>
                <a:xfrm flipH="1">
                  <a:off x="8559000" y="3448440"/>
                  <a:ext cx="58500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" name="Google Shape;60;p15"/>
                <p:cNvCxnSpPr/>
                <p:nvPr/>
              </p:nvCxnSpPr>
              <p:spPr>
                <a:xfrm flipH="1">
                  <a:off x="8559000" y="2863440"/>
                  <a:ext cx="58500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61" name="Google Shape;61;p15"/>
            <p:cNvGrpSpPr/>
            <p:nvPr/>
          </p:nvGrpSpPr>
          <p:grpSpPr>
            <a:xfrm>
              <a:off x="8558640" y="0"/>
              <a:ext cx="293040" cy="5143320"/>
              <a:chOff x="8558640" y="0"/>
              <a:chExt cx="293040" cy="5143320"/>
            </a:xfrm>
          </p:grpSpPr>
          <p:cxnSp>
            <p:nvCxnSpPr>
              <p:cNvPr id="62" name="Google Shape;62;p15"/>
              <p:cNvCxnSpPr/>
              <p:nvPr/>
            </p:nvCxnSpPr>
            <p:spPr>
              <a:xfrm>
                <a:off x="8851320" y="0"/>
                <a:ext cx="360" cy="514332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" name="Google Shape;63;p15"/>
              <p:cNvCxnSpPr/>
              <p:nvPr/>
            </p:nvCxnSpPr>
            <p:spPr>
              <a:xfrm>
                <a:off x="8558640" y="0"/>
                <a:ext cx="360" cy="514332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64" name="Google Shape;64;p15"/>
          <p:cNvGrpSpPr/>
          <p:nvPr/>
        </p:nvGrpSpPr>
        <p:grpSpPr>
          <a:xfrm>
            <a:off x="164160" y="137520"/>
            <a:ext cx="8902440" cy="4860360"/>
            <a:chOff x="164160" y="137520"/>
            <a:chExt cx="8902440" cy="4860360"/>
          </a:xfrm>
        </p:grpSpPr>
        <p:grpSp>
          <p:nvGrpSpPr>
            <p:cNvPr id="65" name="Google Shape;65;p15"/>
            <p:cNvGrpSpPr/>
            <p:nvPr/>
          </p:nvGrpSpPr>
          <p:grpSpPr>
            <a:xfrm>
              <a:off x="8307000" y="137520"/>
              <a:ext cx="584640" cy="584640"/>
              <a:chOff x="8307000" y="137520"/>
              <a:chExt cx="584640" cy="584640"/>
            </a:xfrm>
          </p:grpSpPr>
          <p:sp>
            <p:nvSpPr>
              <p:cNvPr id="66" name="Google Shape;66;p15"/>
              <p:cNvSpPr/>
              <p:nvPr/>
            </p:nvSpPr>
            <p:spPr>
              <a:xfrm flipH="1">
                <a:off x="8307000" y="137520"/>
                <a:ext cx="584640" cy="584640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7" name="Google Shape;67;p15"/>
              <p:cNvSpPr/>
              <p:nvPr/>
            </p:nvSpPr>
            <p:spPr>
              <a:xfrm flipH="1">
                <a:off x="8337600" y="167760"/>
                <a:ext cx="524160" cy="524160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8" name="Google Shape;68;p15"/>
              <p:cNvSpPr/>
              <p:nvPr/>
            </p:nvSpPr>
            <p:spPr>
              <a:xfrm flipH="1">
                <a:off x="8630280" y="554040"/>
                <a:ext cx="23760" cy="12240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 flipH="1">
                <a:off x="8613000" y="546480"/>
                <a:ext cx="47160" cy="15480"/>
              </a:xfrm>
              <a:custGeom>
                <a:rect b="b" l="l" r="r" t="t"/>
                <a:pathLst>
                  <a:path extrusionOk="0" h="146" w="439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anchorCtr="1" anchor="ctr" bIns="7550" lIns="90000" spcFirstLastPara="1" rIns="90000" wrap="square" tIns="7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0" name="Google Shape;70;p15"/>
              <p:cNvSpPr/>
              <p:nvPr/>
            </p:nvSpPr>
            <p:spPr>
              <a:xfrm flipH="1">
                <a:off x="8603280" y="541440"/>
                <a:ext cx="66960" cy="21240"/>
              </a:xfrm>
              <a:custGeom>
                <a:rect b="b" l="l" r="r" t="t"/>
                <a:pathLst>
                  <a:path extrusionOk="0" h="200" w="62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anchorCtr="1" anchor="ctr" bIns="10800" lIns="90000" spcFirstLastPara="1" rIns="90000" wrap="square" tIns="10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1" name="Google Shape;71;p15"/>
              <p:cNvSpPr/>
              <p:nvPr/>
            </p:nvSpPr>
            <p:spPr>
              <a:xfrm flipH="1">
                <a:off x="8595000" y="537120"/>
                <a:ext cx="81720" cy="26280"/>
              </a:xfrm>
              <a:custGeom>
                <a:rect b="b" l="l" r="r" t="t"/>
                <a:pathLst>
                  <a:path extrusionOk="0" h="244" w="756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anchorCtr="1" anchor="ctr" bIns="13300" lIns="90000" spcFirstLastPara="1" rIns="90000" wrap="square" tIns="133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 flipH="1">
                <a:off x="8588520" y="533160"/>
                <a:ext cx="93240" cy="29880"/>
              </a:xfrm>
              <a:custGeom>
                <a:rect b="b" l="l" r="r" t="t"/>
                <a:pathLst>
                  <a:path extrusionOk="0" h="280" w="863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anchorCtr="1" anchor="ctr" bIns="15100" lIns="90000" spcFirstLastPara="1" rIns="90000" wrap="square" tIns="15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 flipH="1">
                <a:off x="8584200" y="529200"/>
                <a:ext cx="102960" cy="33840"/>
              </a:xfrm>
              <a:custGeom>
                <a:rect b="b" l="l" r="r" t="t"/>
                <a:pathLst>
                  <a:path extrusionOk="0" h="314" w="951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anchorCtr="1" anchor="ctr" bIns="16900" lIns="90000" spcFirstLastPara="1" rIns="90000" wrap="square" tIns="16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 flipH="1">
                <a:off x="8578440" y="525960"/>
                <a:ext cx="111240" cy="37080"/>
              </a:xfrm>
              <a:custGeom>
                <a:rect b="b" l="l" r="r" t="t"/>
                <a:pathLst>
                  <a:path extrusionOk="0" h="344" w="103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anchorCtr="1" anchor="ctr" bIns="18700" lIns="90000" spcFirstLastPara="1" rIns="90000" wrap="square" tIns="18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 flipH="1">
                <a:off x="8575200" y="522720"/>
                <a:ext cx="118800" cy="39960"/>
              </a:xfrm>
              <a:custGeom>
                <a:rect b="b" l="l" r="r" t="t"/>
                <a:pathLst>
                  <a:path extrusionOk="0" h="371" w="1097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 flipH="1">
                <a:off x="8570520" y="519840"/>
                <a:ext cx="125640" cy="42480"/>
              </a:xfrm>
              <a:custGeom>
                <a:rect b="b" l="l" r="r" t="t"/>
                <a:pathLst>
                  <a:path extrusionOk="0" h="394" w="116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21225" lIns="90000" spcFirstLastPara="1" rIns="90000" wrap="square" tIns="212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 flipH="1">
                <a:off x="8566920" y="516600"/>
                <a:ext cx="131400" cy="44640"/>
              </a:xfrm>
              <a:custGeom>
                <a:rect b="b" l="l" r="r" t="t"/>
                <a:pathLst>
                  <a:path extrusionOk="0" h="415" w="12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22300" lIns="90000" spcFirstLastPara="1" rIns="90000" wrap="square" tIns="223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 flipH="1">
                <a:off x="8564400" y="513720"/>
                <a:ext cx="136800" cy="46800"/>
              </a:xfrm>
              <a:custGeom>
                <a:rect b="b" l="l" r="r" t="t"/>
                <a:pathLst>
                  <a:path extrusionOk="0" h="435" w="1266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23400" lIns="90000" spcFirstLastPara="1" rIns="90000" wrap="square" tIns="23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9" name="Google Shape;79;p15"/>
              <p:cNvSpPr/>
              <p:nvPr/>
            </p:nvSpPr>
            <p:spPr>
              <a:xfrm flipH="1">
                <a:off x="8561160" y="510840"/>
                <a:ext cx="141840" cy="48600"/>
              </a:xfrm>
              <a:custGeom>
                <a:rect b="b" l="l" r="r" t="t"/>
                <a:pathLst>
                  <a:path extrusionOk="0" h="451" w="131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24475" lIns="90000" spcFirstLastPara="1" rIns="90000" wrap="square" tIns="24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 flipH="1">
                <a:off x="8557560" y="507960"/>
                <a:ext cx="146520" cy="50400"/>
              </a:xfrm>
              <a:custGeom>
                <a:rect b="b" l="l" r="r" t="t"/>
                <a:pathLst>
                  <a:path extrusionOk="0" h="467" w="1355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25200" lIns="90000" spcFirstLastPara="1" rIns="90000" wrap="square" tIns="25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 flipH="1">
                <a:off x="8555040" y="505440"/>
                <a:ext cx="150840" cy="51840"/>
              </a:xfrm>
              <a:custGeom>
                <a:rect b="b" l="l" r="r" t="t"/>
                <a:pathLst>
                  <a:path extrusionOk="0" h="481" w="1393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25900" lIns="90000" spcFirstLastPara="1" rIns="90000" wrap="square" tIns="25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 flipH="1">
                <a:off x="8552880" y="502560"/>
                <a:ext cx="154800" cy="53280"/>
              </a:xfrm>
              <a:custGeom>
                <a:rect b="b" l="l" r="r" t="t"/>
                <a:pathLst>
                  <a:path extrusionOk="0" h="494" w="1429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anchorCtr="1" anchor="ctr" bIns="26625" lIns="90000" spcFirstLastPara="1" rIns="90000" wrap="square" tIns="266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 flipH="1">
                <a:off x="8550360" y="500040"/>
                <a:ext cx="158400" cy="54360"/>
              </a:xfrm>
              <a:custGeom>
                <a:rect b="b" l="l" r="r" t="t"/>
                <a:pathLst>
                  <a:path extrusionOk="0" h="506" w="1463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27350" lIns="90000" spcFirstLastPara="1" rIns="90000" wrap="square" tIns="273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 flipH="1">
                <a:off x="8547480" y="497520"/>
                <a:ext cx="161640" cy="55800"/>
              </a:xfrm>
              <a:custGeom>
                <a:rect b="b" l="l" r="r" t="t"/>
                <a:pathLst>
                  <a:path extrusionOk="0" h="517" w="1494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28075" lIns="90000" spcFirstLastPara="1" rIns="90000" wrap="square" tIns="280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5" name="Google Shape;85;p15"/>
              <p:cNvSpPr/>
              <p:nvPr/>
            </p:nvSpPr>
            <p:spPr>
              <a:xfrm flipH="1">
                <a:off x="8546040" y="495000"/>
                <a:ext cx="164880" cy="56880"/>
              </a:xfrm>
              <a:custGeom>
                <a:rect b="b" l="l" r="r" t="t"/>
                <a:pathLst>
                  <a:path extrusionOk="0" h="527" w="1522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28425" lIns="90000" spcFirstLastPara="1" rIns="90000" wrap="square" tIns="2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 flipH="1">
                <a:off x="8543520" y="492480"/>
                <a:ext cx="167400" cy="57960"/>
              </a:xfrm>
              <a:custGeom>
                <a:rect b="b" l="l" r="r" t="t"/>
                <a:pathLst>
                  <a:path extrusionOk="0" h="536" w="1548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29150" lIns="90000" spcFirstLastPara="1" rIns="90000" wrap="square" tIns="29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 flipH="1">
                <a:off x="8541360" y="490320"/>
                <a:ext cx="170280" cy="58680"/>
              </a:xfrm>
              <a:custGeom>
                <a:rect b="b" l="l" r="r" t="t"/>
                <a:pathLst>
                  <a:path extrusionOk="0" h="544" w="1573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29500" lIns="90000" spcFirstLastPara="1" rIns="90000" wrap="square" tIns="29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 flipH="1">
                <a:off x="8539560" y="487800"/>
                <a:ext cx="172440" cy="59760"/>
              </a:xfrm>
              <a:custGeom>
                <a:rect b="b" l="l" r="r" t="t"/>
                <a:pathLst>
                  <a:path extrusionOk="0" h="554" w="159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29875" lIns="90000" spcFirstLastPara="1" rIns="90000" wrap="square" tIns="29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 flipH="1">
                <a:off x="8538480" y="485280"/>
                <a:ext cx="174960" cy="60480"/>
              </a:xfrm>
              <a:custGeom>
                <a:rect b="b" l="l" r="r" t="t"/>
                <a:pathLst>
                  <a:path extrusionOk="0" h="561" w="1616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30225" lIns="90000" spcFirstLastPara="1" rIns="90000" wrap="square" tIns="302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 flipH="1">
                <a:off x="8536680" y="483120"/>
                <a:ext cx="177120" cy="61200"/>
              </a:xfrm>
              <a:custGeom>
                <a:rect b="b" l="l" r="r" t="t"/>
                <a:pathLst>
                  <a:path extrusionOk="0" h="567" w="1635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30600" lIns="90000" spcFirstLastPara="1" rIns="90000" wrap="square" tIns="306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 flipH="1">
                <a:off x="8534520" y="480600"/>
                <a:ext cx="178920" cy="61920"/>
              </a:xfrm>
              <a:custGeom>
                <a:rect b="b" l="l" r="r" t="t"/>
                <a:pathLst>
                  <a:path extrusionOk="0" h="574" w="1653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30950" lIns="90000" spcFirstLastPara="1" rIns="90000" wrap="square" tIns="309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 flipH="1">
                <a:off x="8531280" y="475920"/>
                <a:ext cx="182520" cy="65160"/>
              </a:xfrm>
              <a:custGeom>
                <a:rect b="b" l="l" r="r" t="t"/>
                <a:pathLst>
                  <a:path extrusionOk="0" h="604" w="1685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anchorCtr="1" anchor="ctr" bIns="32750" lIns="90000" spcFirstLastPara="1" rIns="90000" wrap="square" tIns="32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 flipH="1">
                <a:off x="8528760" y="471240"/>
                <a:ext cx="185400" cy="66240"/>
              </a:xfrm>
              <a:custGeom>
                <a:rect b="b" l="l" r="r" t="t"/>
                <a:pathLst>
                  <a:path extrusionOk="0" h="613" w="1711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33100" lIns="90000" spcFirstLastPara="1" rIns="90000" wrap="square" tIns="33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 flipH="1">
                <a:off x="8526240" y="466560"/>
                <a:ext cx="187560" cy="66960"/>
              </a:xfrm>
              <a:custGeom>
                <a:rect b="b" l="l" r="r" t="t"/>
                <a:pathLst>
                  <a:path extrusionOk="0" h="621" w="1733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33475" lIns="90000" spcFirstLastPara="1" rIns="90000" wrap="square" tIns="33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 flipH="1">
                <a:off x="8524080" y="462240"/>
                <a:ext cx="189720" cy="67680"/>
              </a:xfrm>
              <a:custGeom>
                <a:rect b="b" l="l" r="r" t="t"/>
                <a:pathLst>
                  <a:path extrusionOk="0" h="628" w="1753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33825" lIns="90000" spcFirstLastPara="1" rIns="90000" wrap="square" tIns="338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 flipH="1">
                <a:off x="8522280" y="457560"/>
                <a:ext cx="191160" cy="68400"/>
              </a:xfrm>
              <a:custGeom>
                <a:rect b="b" l="l" r="r" t="t"/>
                <a:pathLst>
                  <a:path extrusionOk="0" h="633" w="1767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34200" lIns="90000" spcFirstLastPara="1" rIns="90000" wrap="square" tIns="34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 flipH="1">
                <a:off x="8520480" y="453240"/>
                <a:ext cx="192600" cy="68760"/>
              </a:xfrm>
              <a:custGeom>
                <a:rect b="b" l="l" r="r" t="t"/>
                <a:pathLst>
                  <a:path extrusionOk="0" h="636" w="1778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34550" lIns="90000" spcFirstLastPara="1" rIns="90000" wrap="square" tIns="34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 flipH="1">
                <a:off x="8517960" y="450000"/>
                <a:ext cx="193320" cy="64080"/>
              </a:xfrm>
              <a:custGeom>
                <a:rect b="b" l="l" r="r" t="t"/>
                <a:pathLst>
                  <a:path extrusionOk="0" h="593" w="1786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32025" lIns="90000" spcFirstLastPara="1" rIns="90000" wrap="square" tIns="32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 flipH="1">
                <a:off x="8516880" y="467640"/>
                <a:ext cx="109080" cy="42120"/>
              </a:xfrm>
              <a:custGeom>
                <a:rect b="b" l="l" r="r" t="t"/>
                <a:pathLst>
                  <a:path extrusionOk="0" h="390" w="101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21225" lIns="90000" spcFirstLastPara="1" rIns="90000" wrap="square" tIns="212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 flipH="1">
                <a:off x="8516520" y="463680"/>
                <a:ext cx="108360" cy="41760"/>
              </a:xfrm>
              <a:custGeom>
                <a:rect b="b" l="l" r="r" t="t"/>
                <a:pathLst>
                  <a:path extrusionOk="0" h="388" w="1003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20875" lIns="90000" spcFirstLastPara="1" rIns="90000" wrap="square" tIns="20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 flipH="1">
                <a:off x="8515800" y="455040"/>
                <a:ext cx="106200" cy="41400"/>
              </a:xfrm>
              <a:custGeom>
                <a:rect b="b" l="l" r="r" t="t"/>
                <a:pathLst>
                  <a:path extrusionOk="0" h="385" w="983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20875" lIns="90000" spcFirstLastPara="1" rIns="90000" wrap="square" tIns="20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 flipH="1">
                <a:off x="8516520" y="450720"/>
                <a:ext cx="105120" cy="41040"/>
              </a:xfrm>
              <a:custGeom>
                <a:rect b="b" l="l" r="r" t="t"/>
                <a:pathLst>
                  <a:path extrusionOk="0" h="383" w="971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anchorCtr="1" anchor="ctr" bIns="20500" lIns="90000" spcFirstLastPara="1" rIns="90000" wrap="square" tIns="20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 flipH="1">
                <a:off x="8516520" y="444240"/>
                <a:ext cx="108720" cy="43200"/>
              </a:xfrm>
              <a:custGeom>
                <a:rect b="b" l="l" r="r" t="t"/>
                <a:pathLst>
                  <a:path extrusionOk="0" h="402" w="1007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21600" lIns="90000" spcFirstLastPara="1" rIns="90000" wrap="square" tIns="216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 flipH="1">
                <a:off x="8516160" y="435240"/>
                <a:ext cx="122040" cy="47520"/>
              </a:xfrm>
              <a:custGeom>
                <a:rect b="b" l="l" r="r" t="t"/>
                <a:pathLst>
                  <a:path extrusionOk="0" h="441" w="1129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23750" lIns="90000" spcFirstLastPara="1" rIns="90000" wrap="square" tIns="23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5" name="Google Shape;105;p15"/>
              <p:cNvSpPr/>
              <p:nvPr/>
            </p:nvSpPr>
            <p:spPr>
              <a:xfrm flipH="1">
                <a:off x="8517600" y="426600"/>
                <a:ext cx="132480" cy="51120"/>
              </a:xfrm>
              <a:custGeom>
                <a:rect b="b" l="l" r="r" t="t"/>
                <a:pathLst>
                  <a:path extrusionOk="0" h="473" w="1226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25550" lIns="90000" spcFirstLastPara="1" rIns="90000" wrap="square" tIns="25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6" name="Google Shape;106;p15"/>
              <p:cNvSpPr/>
              <p:nvPr/>
            </p:nvSpPr>
            <p:spPr>
              <a:xfrm flipH="1">
                <a:off x="8518320" y="419400"/>
                <a:ext cx="140040" cy="53280"/>
              </a:xfrm>
              <a:custGeom>
                <a:rect b="b" l="l" r="r" t="t"/>
                <a:pathLst>
                  <a:path extrusionOk="0" h="494" w="12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26625" lIns="90000" spcFirstLastPara="1" rIns="90000" wrap="square" tIns="266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 flipH="1">
                <a:off x="8520840" y="412560"/>
                <a:ext cx="144720" cy="54720"/>
              </a:xfrm>
              <a:custGeom>
                <a:rect b="b" l="l" r="r" t="t"/>
                <a:pathLst>
                  <a:path extrusionOk="0" h="508" w="133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27350" lIns="90000" spcFirstLastPara="1" rIns="90000" wrap="square" tIns="273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8" name="Google Shape;108;p15"/>
              <p:cNvSpPr/>
              <p:nvPr/>
            </p:nvSpPr>
            <p:spPr>
              <a:xfrm flipH="1">
                <a:off x="8522640" y="406440"/>
                <a:ext cx="147240" cy="55440"/>
              </a:xfrm>
              <a:custGeom>
                <a:rect b="b" l="l" r="r" t="t"/>
                <a:pathLst>
                  <a:path extrusionOk="0" h="515" w="136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anchorCtr="1" anchor="ctr" bIns="27700" lIns="90000" spcFirstLastPara="1" rIns="90000" wrap="square" tIns="27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 flipH="1">
                <a:off x="8366760" y="196920"/>
                <a:ext cx="465840" cy="465480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8351640" y="191160"/>
                <a:ext cx="488520" cy="488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500" u="none" cap="none" strike="noStrike">
                    <a:solidFill>
                      <a:schemeClr val="accent2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$</a:t>
                </a:r>
                <a:endParaRPr b="0" i="0" sz="25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11" name="Google Shape;111;p15"/>
            <p:cNvGrpSpPr/>
            <p:nvPr/>
          </p:nvGrpSpPr>
          <p:grpSpPr>
            <a:xfrm>
              <a:off x="8634240" y="515160"/>
              <a:ext cx="432360" cy="432360"/>
              <a:chOff x="8634240" y="515160"/>
              <a:chExt cx="432360" cy="432360"/>
            </a:xfrm>
          </p:grpSpPr>
          <p:sp>
            <p:nvSpPr>
              <p:cNvPr id="112" name="Google Shape;112;p15"/>
              <p:cNvSpPr/>
              <p:nvPr/>
            </p:nvSpPr>
            <p:spPr>
              <a:xfrm flipH="1">
                <a:off x="8634240" y="515160"/>
                <a:ext cx="432360" cy="432360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3" name="Google Shape;113;p15"/>
              <p:cNvSpPr/>
              <p:nvPr/>
            </p:nvSpPr>
            <p:spPr>
              <a:xfrm flipH="1">
                <a:off x="8656920" y="537480"/>
                <a:ext cx="387720" cy="387360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 flipH="1">
                <a:off x="8873280" y="822960"/>
                <a:ext cx="17640" cy="9000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 flipH="1">
                <a:off x="8861040" y="817560"/>
                <a:ext cx="34920" cy="11520"/>
              </a:xfrm>
              <a:custGeom>
                <a:rect b="b" l="l" r="r" t="t"/>
                <a:pathLst>
                  <a:path extrusionOk="0" h="146" w="439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anchorCtr="1" anchor="ctr" bIns="5750" lIns="90000" spcFirstLastPara="1" rIns="90000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 flipH="1">
                <a:off x="8853480" y="813960"/>
                <a:ext cx="49320" cy="15840"/>
              </a:xfrm>
              <a:custGeom>
                <a:rect b="b" l="l" r="r" t="t"/>
                <a:pathLst>
                  <a:path extrusionOk="0" h="200" w="62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anchorCtr="1" anchor="ctr" bIns="7900" lIns="90000" spcFirstLastPara="1" rIns="90000" wrap="square" tIns="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 flipH="1">
                <a:off x="8848440" y="810720"/>
                <a:ext cx="60480" cy="19080"/>
              </a:xfrm>
              <a:custGeom>
                <a:rect b="b" l="l" r="r" t="t"/>
                <a:pathLst>
                  <a:path extrusionOk="0" h="244" w="756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anchorCtr="1" anchor="ctr" bIns="9700" lIns="90000" spcFirstLastPara="1" rIns="90000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 flipH="1">
                <a:off x="8843040" y="807840"/>
                <a:ext cx="68760" cy="21960"/>
              </a:xfrm>
              <a:custGeom>
                <a:rect b="b" l="l" r="r" t="t"/>
                <a:pathLst>
                  <a:path extrusionOk="0" h="280" w="863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anchorCtr="1" anchor="ctr" bIns="11150" lIns="90000" spcFirstLastPara="1" rIns="90000" wrap="square" tIns="11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 flipH="1">
                <a:off x="8839080" y="804960"/>
                <a:ext cx="75960" cy="24840"/>
              </a:xfrm>
              <a:custGeom>
                <a:rect b="b" l="l" r="r" t="t"/>
                <a:pathLst>
                  <a:path extrusionOk="0" h="314" w="951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anchorCtr="1" anchor="ctr" bIns="12600" lIns="90000" spcFirstLastPara="1" rIns="90000" wrap="square" tIns="126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 flipH="1">
                <a:off x="8835480" y="802440"/>
                <a:ext cx="82440" cy="27360"/>
              </a:xfrm>
              <a:custGeom>
                <a:rect b="b" l="l" r="r" t="t"/>
                <a:pathLst>
                  <a:path extrusionOk="0" h="344" w="103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anchorCtr="1" anchor="ctr" bIns="13675" lIns="90000" spcFirstLastPara="1" rIns="90000" wrap="square" tIns="136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 flipH="1">
                <a:off x="8833320" y="799920"/>
                <a:ext cx="87840" cy="29520"/>
              </a:xfrm>
              <a:custGeom>
                <a:rect b="b" l="l" r="r" t="t"/>
                <a:pathLst>
                  <a:path extrusionOk="0" h="371" w="1097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anchorCtr="1" anchor="ctr" bIns="14750" lIns="90000" spcFirstLastPara="1" rIns="90000" wrap="square" tIns="14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 flipH="1">
                <a:off x="8830440" y="797760"/>
                <a:ext cx="92880" cy="31320"/>
              </a:xfrm>
              <a:custGeom>
                <a:rect b="b" l="l" r="r" t="t"/>
                <a:pathLst>
                  <a:path extrusionOk="0" h="394" w="116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15825" lIns="90000" spcFirstLastPara="1" rIns="90000" wrap="square" tIns="158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3" name="Google Shape;123;p15"/>
              <p:cNvSpPr/>
              <p:nvPr/>
            </p:nvSpPr>
            <p:spPr>
              <a:xfrm flipH="1">
                <a:off x="8827920" y="795600"/>
                <a:ext cx="97200" cy="33120"/>
              </a:xfrm>
              <a:custGeom>
                <a:rect b="b" l="l" r="r" t="t"/>
                <a:pathLst>
                  <a:path extrusionOk="0" h="415" w="12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16550" lIns="90000" spcFirstLastPara="1" rIns="90000" wrap="square" tIns="16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 flipH="1">
                <a:off x="8824680" y="793440"/>
                <a:ext cx="101160" cy="34560"/>
              </a:xfrm>
              <a:custGeom>
                <a:rect b="b" l="l" r="r" t="t"/>
                <a:pathLst>
                  <a:path extrusionOk="0" h="435" w="1266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17275" lIns="90000" spcFirstLastPara="1" rIns="90000" wrap="square" tIns="17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 flipH="1">
                <a:off x="8822160" y="791280"/>
                <a:ext cx="104760" cy="36000"/>
              </a:xfrm>
              <a:custGeom>
                <a:rect b="b" l="l" r="r" t="t"/>
                <a:pathLst>
                  <a:path extrusionOk="0" h="451" w="131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18000" lIns="90000" spcFirstLastPara="1" rIns="90000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 flipH="1">
                <a:off x="8820000" y="789120"/>
                <a:ext cx="108360" cy="37080"/>
              </a:xfrm>
              <a:custGeom>
                <a:rect b="b" l="l" r="r" t="t"/>
                <a:pathLst>
                  <a:path extrusionOk="0" h="467" w="1355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18700" lIns="90000" spcFirstLastPara="1" rIns="90000" wrap="square" tIns="18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7" name="Google Shape;127;p15"/>
              <p:cNvSpPr/>
              <p:nvPr/>
            </p:nvSpPr>
            <p:spPr>
              <a:xfrm flipH="1">
                <a:off x="8818200" y="787320"/>
                <a:ext cx="111240" cy="38160"/>
              </a:xfrm>
              <a:custGeom>
                <a:rect b="b" l="l" r="r" t="t"/>
                <a:pathLst>
                  <a:path extrusionOk="0" h="481" w="1393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19075" lIns="90000" spcFirstLastPara="1" rIns="90000" wrap="square" tIns="190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 flipH="1">
                <a:off x="8816760" y="785160"/>
                <a:ext cx="114480" cy="39240"/>
              </a:xfrm>
              <a:custGeom>
                <a:rect b="b" l="l" r="r" t="t"/>
                <a:pathLst>
                  <a:path extrusionOk="0" h="494" w="1429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anchorCtr="1" anchor="ctr" bIns="19800" lIns="90000" spcFirstLastPara="1" rIns="90000" wrap="square" tIns="19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 flipH="1">
                <a:off x="8814240" y="783360"/>
                <a:ext cx="117000" cy="40320"/>
              </a:xfrm>
              <a:custGeom>
                <a:rect b="b" l="l" r="r" t="t"/>
                <a:pathLst>
                  <a:path extrusionOk="0" h="506" w="1463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 flipH="1">
                <a:off x="8813520" y="781560"/>
                <a:ext cx="119520" cy="41040"/>
              </a:xfrm>
              <a:custGeom>
                <a:rect b="b" l="l" r="r" t="t"/>
                <a:pathLst>
                  <a:path extrusionOk="0" h="517" w="1494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20500" lIns="90000" spcFirstLastPara="1" rIns="90000" wrap="square" tIns="20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 flipH="1">
                <a:off x="8811720" y="779760"/>
                <a:ext cx="121680" cy="41760"/>
              </a:xfrm>
              <a:custGeom>
                <a:rect b="b" l="l" r="r" t="t"/>
                <a:pathLst>
                  <a:path extrusionOk="0" h="527" w="1522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20875" lIns="90000" spcFirstLastPara="1" rIns="90000" wrap="square" tIns="20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 flipH="1">
                <a:off x="8810280" y="777600"/>
                <a:ext cx="123840" cy="42480"/>
              </a:xfrm>
              <a:custGeom>
                <a:rect b="b" l="l" r="r" t="t"/>
                <a:pathLst>
                  <a:path extrusionOk="0" h="536" w="1548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21225" lIns="90000" spcFirstLastPara="1" rIns="90000" wrap="square" tIns="212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3" name="Google Shape;133;p15"/>
              <p:cNvSpPr/>
              <p:nvPr/>
            </p:nvSpPr>
            <p:spPr>
              <a:xfrm flipH="1">
                <a:off x="8808840" y="776160"/>
                <a:ext cx="126000" cy="43200"/>
              </a:xfrm>
              <a:custGeom>
                <a:rect b="b" l="l" r="r" t="t"/>
                <a:pathLst>
                  <a:path extrusionOk="0" h="544" w="1573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21600" lIns="90000" spcFirstLastPara="1" rIns="90000" wrap="square" tIns="216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 flipH="1">
                <a:off x="8807400" y="774000"/>
                <a:ext cx="127440" cy="43920"/>
              </a:xfrm>
              <a:custGeom>
                <a:rect b="b" l="l" r="r" t="t"/>
                <a:pathLst>
                  <a:path extrusionOk="0" h="554" w="159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21950" lIns="90000" spcFirstLastPara="1" rIns="90000" wrap="square" tIns="219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5" name="Google Shape;135;p15"/>
              <p:cNvSpPr/>
              <p:nvPr/>
            </p:nvSpPr>
            <p:spPr>
              <a:xfrm flipH="1">
                <a:off x="8805600" y="772200"/>
                <a:ext cx="129240" cy="44640"/>
              </a:xfrm>
              <a:custGeom>
                <a:rect b="b" l="l" r="r" t="t"/>
                <a:pathLst>
                  <a:path extrusionOk="0" h="561" w="1616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22300" lIns="90000" spcFirstLastPara="1" rIns="90000" wrap="square" tIns="223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6" name="Google Shape;136;p15"/>
              <p:cNvSpPr/>
              <p:nvPr/>
            </p:nvSpPr>
            <p:spPr>
              <a:xfrm flipH="1">
                <a:off x="8804160" y="770760"/>
                <a:ext cx="130680" cy="45000"/>
              </a:xfrm>
              <a:custGeom>
                <a:rect b="b" l="l" r="r" t="t"/>
                <a:pathLst>
                  <a:path extrusionOk="0" h="567" w="1635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22675" lIns="90000" spcFirstLastPara="1" rIns="90000" wrap="square" tIns="226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7" name="Google Shape;137;p15"/>
              <p:cNvSpPr/>
              <p:nvPr/>
            </p:nvSpPr>
            <p:spPr>
              <a:xfrm flipH="1">
                <a:off x="8803080" y="768960"/>
                <a:ext cx="132120" cy="45720"/>
              </a:xfrm>
              <a:custGeom>
                <a:rect b="b" l="l" r="r" t="t"/>
                <a:pathLst>
                  <a:path extrusionOk="0" h="574" w="1653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23025" lIns="90000" spcFirstLastPara="1" rIns="90000" wrap="square" tIns="23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8" name="Google Shape;138;p15"/>
              <p:cNvSpPr/>
              <p:nvPr/>
            </p:nvSpPr>
            <p:spPr>
              <a:xfrm flipH="1">
                <a:off x="8800560" y="765360"/>
                <a:ext cx="135000" cy="48240"/>
              </a:xfrm>
              <a:custGeom>
                <a:rect b="b" l="l" r="r" t="t"/>
                <a:pathLst>
                  <a:path extrusionOk="0" h="604" w="1685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anchorCtr="1" anchor="ctr" bIns="24100" lIns="90000" spcFirstLastPara="1" rIns="90000" wrap="square" tIns="24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9" name="Google Shape;139;p15"/>
              <p:cNvSpPr/>
              <p:nvPr/>
            </p:nvSpPr>
            <p:spPr>
              <a:xfrm flipH="1">
                <a:off x="8799480" y="762120"/>
                <a:ext cx="136800" cy="48960"/>
              </a:xfrm>
              <a:custGeom>
                <a:rect b="b" l="l" r="r" t="t"/>
                <a:pathLst>
                  <a:path extrusionOk="0" h="613" w="1711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24475" lIns="90000" spcFirstLastPara="1" rIns="90000" wrap="square" tIns="24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0" name="Google Shape;140;p15"/>
              <p:cNvSpPr/>
              <p:nvPr/>
            </p:nvSpPr>
            <p:spPr>
              <a:xfrm flipH="1">
                <a:off x="8796960" y="758520"/>
                <a:ext cx="138600" cy="49320"/>
              </a:xfrm>
              <a:custGeom>
                <a:rect b="b" l="l" r="r" t="t"/>
                <a:pathLst>
                  <a:path extrusionOk="0" h="621" w="1733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24825" lIns="90000" spcFirstLastPara="1" rIns="90000" wrap="square" tIns="248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1" name="Google Shape;141;p15"/>
              <p:cNvSpPr/>
              <p:nvPr/>
            </p:nvSpPr>
            <p:spPr>
              <a:xfrm flipH="1">
                <a:off x="8796240" y="755280"/>
                <a:ext cx="140400" cy="50040"/>
              </a:xfrm>
              <a:custGeom>
                <a:rect b="b" l="l" r="r" t="t"/>
                <a:pathLst>
                  <a:path extrusionOk="0" h="628" w="1753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25200" lIns="90000" spcFirstLastPara="1" rIns="90000" wrap="square" tIns="25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2" name="Google Shape;142;p15"/>
              <p:cNvSpPr/>
              <p:nvPr/>
            </p:nvSpPr>
            <p:spPr>
              <a:xfrm flipH="1">
                <a:off x="8794080" y="752040"/>
                <a:ext cx="141480" cy="50400"/>
              </a:xfrm>
              <a:custGeom>
                <a:rect b="b" l="l" r="r" t="t"/>
                <a:pathLst>
                  <a:path extrusionOk="0" h="633" w="1767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25200" lIns="90000" spcFirstLastPara="1" rIns="90000" wrap="square" tIns="25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3" name="Google Shape;143;p15"/>
              <p:cNvSpPr/>
              <p:nvPr/>
            </p:nvSpPr>
            <p:spPr>
              <a:xfrm flipH="1">
                <a:off x="8792640" y="748800"/>
                <a:ext cx="142200" cy="50760"/>
              </a:xfrm>
              <a:custGeom>
                <a:rect b="b" l="l" r="r" t="t"/>
                <a:pathLst>
                  <a:path extrusionOk="0" h="636" w="1778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25550" lIns="90000" spcFirstLastPara="1" rIns="90000" wrap="square" tIns="25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4" name="Google Shape;144;p15"/>
              <p:cNvSpPr/>
              <p:nvPr/>
            </p:nvSpPr>
            <p:spPr>
              <a:xfrm flipH="1">
                <a:off x="8790840" y="746280"/>
                <a:ext cx="142920" cy="47160"/>
              </a:xfrm>
              <a:custGeom>
                <a:rect b="b" l="l" r="r" t="t"/>
                <a:pathLst>
                  <a:path extrusionOk="0" h="593" w="1786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23750" lIns="90000" spcFirstLastPara="1" rIns="90000" wrap="square" tIns="23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5" name="Google Shape;145;p15"/>
              <p:cNvSpPr/>
              <p:nvPr/>
            </p:nvSpPr>
            <p:spPr>
              <a:xfrm flipH="1">
                <a:off x="8790840" y="759240"/>
                <a:ext cx="80640" cy="30960"/>
              </a:xfrm>
              <a:custGeom>
                <a:rect b="b" l="l" r="r" t="t"/>
                <a:pathLst>
                  <a:path extrusionOk="0" h="390" w="101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15475" lIns="90000" spcFirstLastPara="1" rIns="90000" wrap="square" tIns="15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6" name="Google Shape;146;p15"/>
              <p:cNvSpPr/>
              <p:nvPr/>
            </p:nvSpPr>
            <p:spPr>
              <a:xfrm flipH="1">
                <a:off x="8789760" y="756360"/>
                <a:ext cx="80280" cy="30600"/>
              </a:xfrm>
              <a:custGeom>
                <a:rect b="b" l="l" r="r" t="t"/>
                <a:pathLst>
                  <a:path extrusionOk="0" h="388" w="1003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15475" lIns="90000" spcFirstLastPara="1" rIns="90000" wrap="square" tIns="15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7" name="Google Shape;147;p15"/>
              <p:cNvSpPr/>
              <p:nvPr/>
            </p:nvSpPr>
            <p:spPr>
              <a:xfrm flipH="1">
                <a:off x="8790120" y="749880"/>
                <a:ext cx="78480" cy="30600"/>
              </a:xfrm>
              <a:custGeom>
                <a:rect b="b" l="l" r="r" t="t"/>
                <a:pathLst>
                  <a:path extrusionOk="0" h="385" w="983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15475" lIns="90000" spcFirstLastPara="1" rIns="90000" wrap="square" tIns="15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8" name="Google Shape;148;p15"/>
              <p:cNvSpPr/>
              <p:nvPr/>
            </p:nvSpPr>
            <p:spPr>
              <a:xfrm flipH="1">
                <a:off x="8789400" y="747000"/>
                <a:ext cx="77400" cy="30240"/>
              </a:xfrm>
              <a:custGeom>
                <a:rect b="b" l="l" r="r" t="t"/>
                <a:pathLst>
                  <a:path extrusionOk="0" h="383" w="971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anchorCtr="1" anchor="ctr" bIns="15100" lIns="90000" spcFirstLastPara="1" rIns="90000" wrap="square" tIns="15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9" name="Google Shape;149;p15"/>
              <p:cNvSpPr/>
              <p:nvPr/>
            </p:nvSpPr>
            <p:spPr>
              <a:xfrm flipH="1">
                <a:off x="8789400" y="741960"/>
                <a:ext cx="80280" cy="32040"/>
              </a:xfrm>
              <a:custGeom>
                <a:rect b="b" l="l" r="r" t="t"/>
                <a:pathLst>
                  <a:path extrusionOk="0" h="402" w="1007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16200" lIns="90000" spcFirstLastPara="1" rIns="90000" wrap="square" tIns="16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0" name="Google Shape;150;p15"/>
              <p:cNvSpPr/>
              <p:nvPr/>
            </p:nvSpPr>
            <p:spPr>
              <a:xfrm flipH="1">
                <a:off x="8789400" y="735120"/>
                <a:ext cx="90360" cy="34920"/>
              </a:xfrm>
              <a:custGeom>
                <a:rect b="b" l="l" r="r" t="t"/>
                <a:pathLst>
                  <a:path extrusionOk="0" h="441" w="1129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17625" lIns="90000" spcFirstLastPara="1" rIns="90000" wrap="square" tIns="176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1" name="Google Shape;151;p15"/>
              <p:cNvSpPr/>
              <p:nvPr/>
            </p:nvSpPr>
            <p:spPr>
              <a:xfrm flipH="1">
                <a:off x="8790840" y="729000"/>
                <a:ext cx="97920" cy="37440"/>
              </a:xfrm>
              <a:custGeom>
                <a:rect b="b" l="l" r="r" t="t"/>
                <a:pathLst>
                  <a:path extrusionOk="0" h="473" w="1226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18700" lIns="90000" spcFirstLastPara="1" rIns="90000" wrap="square" tIns="18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2" name="Google Shape;152;p15"/>
              <p:cNvSpPr/>
              <p:nvPr/>
            </p:nvSpPr>
            <p:spPr>
              <a:xfrm flipH="1">
                <a:off x="8790840" y="723600"/>
                <a:ext cx="103320" cy="39240"/>
              </a:xfrm>
              <a:custGeom>
                <a:rect b="b" l="l" r="r" t="t"/>
                <a:pathLst>
                  <a:path extrusionOk="0" h="494" w="12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19800" lIns="90000" spcFirstLastPara="1" rIns="90000" wrap="square" tIns="19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3" name="Google Shape;153;p15"/>
              <p:cNvSpPr/>
              <p:nvPr/>
            </p:nvSpPr>
            <p:spPr>
              <a:xfrm flipH="1">
                <a:off x="8792280" y="718560"/>
                <a:ext cx="106920" cy="40320"/>
              </a:xfrm>
              <a:custGeom>
                <a:rect b="b" l="l" r="r" t="t"/>
                <a:pathLst>
                  <a:path extrusionOk="0" h="508" w="133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4" name="Google Shape;154;p15"/>
              <p:cNvSpPr/>
              <p:nvPr/>
            </p:nvSpPr>
            <p:spPr>
              <a:xfrm flipH="1">
                <a:off x="8795160" y="713880"/>
                <a:ext cx="108720" cy="41040"/>
              </a:xfrm>
              <a:custGeom>
                <a:rect b="b" l="l" r="r" t="t"/>
                <a:pathLst>
                  <a:path extrusionOk="0" h="515" w="136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anchorCtr="1" anchor="ctr" bIns="20500" lIns="90000" spcFirstLastPara="1" rIns="90000" wrap="square" tIns="20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5" name="Google Shape;155;p15"/>
              <p:cNvSpPr/>
              <p:nvPr/>
            </p:nvSpPr>
            <p:spPr>
              <a:xfrm flipH="1">
                <a:off x="8678520" y="559080"/>
                <a:ext cx="344520" cy="344160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6" name="Google Shape;156;p15"/>
              <p:cNvSpPr/>
              <p:nvPr/>
            </p:nvSpPr>
            <p:spPr>
              <a:xfrm>
                <a:off x="8668080" y="554760"/>
                <a:ext cx="361080" cy="361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000" u="none" cap="none" strike="noStrike">
                    <a:solidFill>
                      <a:schemeClr val="accent2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$</a:t>
                </a:r>
                <a:endParaRPr b="0" i="0" sz="20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57" name="Google Shape;157;p15"/>
            <p:cNvGrpSpPr/>
            <p:nvPr/>
          </p:nvGrpSpPr>
          <p:grpSpPr>
            <a:xfrm>
              <a:off x="164160" y="4648320"/>
              <a:ext cx="349560" cy="349560"/>
              <a:chOff x="164160" y="4648320"/>
              <a:chExt cx="349560" cy="349560"/>
            </a:xfrm>
          </p:grpSpPr>
          <p:sp>
            <p:nvSpPr>
              <p:cNvPr id="158" name="Google Shape;158;p15"/>
              <p:cNvSpPr/>
              <p:nvPr/>
            </p:nvSpPr>
            <p:spPr>
              <a:xfrm flipH="1">
                <a:off x="164160" y="4648320"/>
                <a:ext cx="349560" cy="349560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9" name="Google Shape;159;p15"/>
              <p:cNvSpPr/>
              <p:nvPr/>
            </p:nvSpPr>
            <p:spPr>
              <a:xfrm flipH="1">
                <a:off x="182880" y="4666320"/>
                <a:ext cx="313200" cy="313200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0" name="Google Shape;160;p15"/>
              <p:cNvSpPr/>
              <p:nvPr/>
            </p:nvSpPr>
            <p:spPr>
              <a:xfrm flipH="1">
                <a:off x="357120" y="4897080"/>
                <a:ext cx="14040" cy="7200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1" name="Google Shape;161;p15"/>
              <p:cNvSpPr/>
              <p:nvPr/>
            </p:nvSpPr>
            <p:spPr>
              <a:xfrm flipH="1">
                <a:off x="348120" y="4892760"/>
                <a:ext cx="28080" cy="9000"/>
              </a:xfrm>
              <a:custGeom>
                <a:rect b="b" l="l" r="r" t="t"/>
                <a:pathLst>
                  <a:path extrusionOk="0" h="146" w="439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anchorCtr="1" anchor="ctr" bIns="4675" lIns="90000" spcFirstLastPara="1" rIns="90000" wrap="square" tIns="46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2" name="Google Shape;162;p15"/>
              <p:cNvSpPr/>
              <p:nvPr/>
            </p:nvSpPr>
            <p:spPr>
              <a:xfrm flipH="1">
                <a:off x="341280" y="4889880"/>
                <a:ext cx="39960" cy="12600"/>
              </a:xfrm>
              <a:custGeom>
                <a:rect b="b" l="l" r="r" t="t"/>
                <a:pathLst>
                  <a:path extrusionOk="0" h="200" w="62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anchorCtr="1" anchor="ctr" bIns="6475" lIns="90000" spcFirstLastPara="1" rIns="90000" wrap="square" tIns="6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3" name="Google Shape;163;p15"/>
              <p:cNvSpPr/>
              <p:nvPr/>
            </p:nvSpPr>
            <p:spPr>
              <a:xfrm flipH="1">
                <a:off x="336600" y="4887000"/>
                <a:ext cx="48600" cy="15480"/>
              </a:xfrm>
              <a:custGeom>
                <a:rect b="b" l="l" r="r" t="t"/>
                <a:pathLst>
                  <a:path extrusionOk="0" h="244" w="756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anchorCtr="1" anchor="ctr" bIns="7900" lIns="90000" spcFirstLastPara="1" rIns="90000" wrap="square" tIns="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4" name="Google Shape;164;p15"/>
              <p:cNvSpPr/>
              <p:nvPr/>
            </p:nvSpPr>
            <p:spPr>
              <a:xfrm flipH="1">
                <a:off x="332640" y="4884840"/>
                <a:ext cx="55800" cy="17640"/>
              </a:xfrm>
              <a:custGeom>
                <a:rect b="b" l="l" r="r" t="t"/>
                <a:pathLst>
                  <a:path extrusionOk="0" h="280" w="863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anchorCtr="1" anchor="ctr" bIns="9000" lIns="90000" spcFirstLastPara="1" rIns="90000" wrap="square" tIns="9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5" name="Google Shape;165;p15"/>
              <p:cNvSpPr/>
              <p:nvPr/>
            </p:nvSpPr>
            <p:spPr>
              <a:xfrm flipH="1">
                <a:off x="330480" y="4882680"/>
                <a:ext cx="61200" cy="20160"/>
              </a:xfrm>
              <a:custGeom>
                <a:rect b="b" l="l" r="r" t="t"/>
                <a:pathLst>
                  <a:path extrusionOk="0" h="314" w="951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anchorCtr="1" anchor="ctr" bIns="10075" lIns="90000" spcFirstLastPara="1" rIns="90000" wrap="square" tIns="100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6" name="Google Shape;166;p15"/>
              <p:cNvSpPr/>
              <p:nvPr/>
            </p:nvSpPr>
            <p:spPr>
              <a:xfrm flipH="1">
                <a:off x="326880" y="4880520"/>
                <a:ext cx="66600" cy="21960"/>
              </a:xfrm>
              <a:custGeom>
                <a:rect b="b" l="l" r="r" t="t"/>
                <a:pathLst>
                  <a:path extrusionOk="0" h="344" w="103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anchorCtr="1" anchor="ctr" bIns="11150" lIns="90000" spcFirstLastPara="1" rIns="90000" wrap="square" tIns="11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7" name="Google Shape;167;p15"/>
              <p:cNvSpPr/>
              <p:nvPr/>
            </p:nvSpPr>
            <p:spPr>
              <a:xfrm flipH="1">
                <a:off x="324360" y="4878720"/>
                <a:ext cx="70920" cy="23760"/>
              </a:xfrm>
              <a:custGeom>
                <a:rect b="b" l="l" r="r" t="t"/>
                <a:pathLst>
                  <a:path extrusionOk="0" h="371" w="1097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anchorCtr="1" anchor="ctr" bIns="11875" lIns="90000" spcFirstLastPara="1" rIns="90000" wrap="square" tIns="11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8" name="Google Shape;168;p15"/>
              <p:cNvSpPr/>
              <p:nvPr/>
            </p:nvSpPr>
            <p:spPr>
              <a:xfrm flipH="1">
                <a:off x="322560" y="4876920"/>
                <a:ext cx="74880" cy="25200"/>
              </a:xfrm>
              <a:custGeom>
                <a:rect b="b" l="l" r="r" t="t"/>
                <a:pathLst>
                  <a:path extrusionOk="0" h="394" w="116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12600" lIns="90000" spcFirstLastPara="1" rIns="90000" wrap="square" tIns="126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 flipH="1">
                <a:off x="320400" y="4875120"/>
                <a:ext cx="78480" cy="26640"/>
              </a:xfrm>
              <a:custGeom>
                <a:rect b="b" l="l" r="r" t="t"/>
                <a:pathLst>
                  <a:path extrusionOk="0" h="415" w="12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13300" lIns="90000" spcFirstLastPara="1" rIns="90000" wrap="square" tIns="133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0" name="Google Shape;170;p15"/>
              <p:cNvSpPr/>
              <p:nvPr/>
            </p:nvSpPr>
            <p:spPr>
              <a:xfrm flipH="1">
                <a:off x="317880" y="4873320"/>
                <a:ext cx="81720" cy="27720"/>
              </a:xfrm>
              <a:custGeom>
                <a:rect b="b" l="l" r="r" t="t"/>
                <a:pathLst>
                  <a:path extrusionOk="0" h="435" w="1266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14025" lIns="90000" spcFirstLastPara="1" rIns="90000" wrap="square" tIns="14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 flipH="1">
                <a:off x="316080" y="4871520"/>
                <a:ext cx="84600" cy="28800"/>
              </a:xfrm>
              <a:custGeom>
                <a:rect b="b" l="l" r="r" t="t"/>
                <a:pathLst>
                  <a:path extrusionOk="0" h="451" w="131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14400" lIns="90000" spcFirstLastPara="1" rIns="90000" wrap="square" tIns="14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 flipH="1">
                <a:off x="314280" y="4869720"/>
                <a:ext cx="87480" cy="29880"/>
              </a:xfrm>
              <a:custGeom>
                <a:rect b="b" l="l" r="r" t="t"/>
                <a:pathLst>
                  <a:path extrusionOk="0" h="467" w="1355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15100" lIns="90000" spcFirstLastPara="1" rIns="90000" wrap="square" tIns="15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 flipH="1">
                <a:off x="313200" y="4868280"/>
                <a:ext cx="90000" cy="30960"/>
              </a:xfrm>
              <a:custGeom>
                <a:rect b="b" l="l" r="r" t="t"/>
                <a:pathLst>
                  <a:path extrusionOk="0" h="481" w="1393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15475" lIns="90000" spcFirstLastPara="1" rIns="90000" wrap="square" tIns="15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4" name="Google Shape;174;p15"/>
              <p:cNvSpPr/>
              <p:nvPr/>
            </p:nvSpPr>
            <p:spPr>
              <a:xfrm flipH="1">
                <a:off x="311040" y="4866480"/>
                <a:ext cx="92520" cy="31680"/>
              </a:xfrm>
              <a:custGeom>
                <a:rect b="b" l="l" r="r" t="t"/>
                <a:pathLst>
                  <a:path extrusionOk="0" h="494" w="1429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anchorCtr="1" anchor="ctr" bIns="15825" lIns="90000" spcFirstLastPara="1" rIns="90000" wrap="square" tIns="158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5" name="Google Shape;175;p15"/>
              <p:cNvSpPr/>
              <p:nvPr/>
            </p:nvSpPr>
            <p:spPr>
              <a:xfrm flipH="1">
                <a:off x="309600" y="4865040"/>
                <a:ext cx="94680" cy="32400"/>
              </a:xfrm>
              <a:custGeom>
                <a:rect b="b" l="l" r="r" t="t"/>
                <a:pathLst>
                  <a:path extrusionOk="0" h="506" w="1463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16200" lIns="90000" spcFirstLastPara="1" rIns="90000" wrap="square" tIns="16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6" name="Google Shape;176;p15"/>
              <p:cNvSpPr/>
              <p:nvPr/>
            </p:nvSpPr>
            <p:spPr>
              <a:xfrm flipH="1">
                <a:off x="308880" y="4863600"/>
                <a:ext cx="96480" cy="33120"/>
              </a:xfrm>
              <a:custGeom>
                <a:rect b="b" l="l" r="r" t="t"/>
                <a:pathLst>
                  <a:path extrusionOk="0" h="517" w="1494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16550" lIns="90000" spcFirstLastPara="1" rIns="90000" wrap="square" tIns="16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7" name="Google Shape;177;p15"/>
              <p:cNvSpPr/>
              <p:nvPr/>
            </p:nvSpPr>
            <p:spPr>
              <a:xfrm flipH="1">
                <a:off x="307080" y="4862160"/>
                <a:ext cx="98280" cy="33840"/>
              </a:xfrm>
              <a:custGeom>
                <a:rect b="b" l="l" r="r" t="t"/>
                <a:pathLst>
                  <a:path extrusionOk="0" h="527" w="1522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16900" lIns="90000" spcFirstLastPara="1" rIns="90000" wrap="square" tIns="16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8" name="Google Shape;178;p15"/>
              <p:cNvSpPr/>
              <p:nvPr/>
            </p:nvSpPr>
            <p:spPr>
              <a:xfrm flipH="1">
                <a:off x="306360" y="4860720"/>
                <a:ext cx="100080" cy="34560"/>
              </a:xfrm>
              <a:custGeom>
                <a:rect b="b" l="l" r="r" t="t"/>
                <a:pathLst>
                  <a:path extrusionOk="0" h="536" w="1548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17275" lIns="90000" spcFirstLastPara="1" rIns="90000" wrap="square" tIns="17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9" name="Google Shape;179;p15"/>
              <p:cNvSpPr/>
              <p:nvPr/>
            </p:nvSpPr>
            <p:spPr>
              <a:xfrm flipH="1">
                <a:off x="305280" y="4859280"/>
                <a:ext cx="101520" cy="34920"/>
              </a:xfrm>
              <a:custGeom>
                <a:rect b="b" l="l" r="r" t="t"/>
                <a:pathLst>
                  <a:path extrusionOk="0" h="544" w="1573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17625" lIns="90000" spcFirstLastPara="1" rIns="90000" wrap="square" tIns="176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0" name="Google Shape;180;p15"/>
              <p:cNvSpPr/>
              <p:nvPr/>
            </p:nvSpPr>
            <p:spPr>
              <a:xfrm flipH="1">
                <a:off x="304200" y="4857840"/>
                <a:ext cx="102960" cy="35640"/>
              </a:xfrm>
              <a:custGeom>
                <a:rect b="b" l="l" r="r" t="t"/>
                <a:pathLst>
                  <a:path extrusionOk="0" h="554" w="159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18000" lIns="90000" spcFirstLastPara="1" rIns="90000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1" name="Google Shape;181;p15"/>
              <p:cNvSpPr/>
              <p:nvPr/>
            </p:nvSpPr>
            <p:spPr>
              <a:xfrm flipH="1">
                <a:off x="303120" y="4856400"/>
                <a:ext cx="104400" cy="36000"/>
              </a:xfrm>
              <a:custGeom>
                <a:rect b="b" l="l" r="r" t="t"/>
                <a:pathLst>
                  <a:path extrusionOk="0" h="561" w="1616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18000" lIns="90000" spcFirstLastPara="1" rIns="90000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2" name="Google Shape;182;p15"/>
              <p:cNvSpPr/>
              <p:nvPr/>
            </p:nvSpPr>
            <p:spPr>
              <a:xfrm flipH="1">
                <a:off x="302040" y="4854960"/>
                <a:ext cx="105840" cy="36360"/>
              </a:xfrm>
              <a:custGeom>
                <a:rect b="b" l="l" r="r" t="t"/>
                <a:pathLst>
                  <a:path extrusionOk="0" h="567" w="1635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18350" lIns="90000" spcFirstLastPara="1" rIns="90000" wrap="square" tIns="183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3" name="Google Shape;183;p15"/>
              <p:cNvSpPr/>
              <p:nvPr/>
            </p:nvSpPr>
            <p:spPr>
              <a:xfrm flipH="1">
                <a:off x="300600" y="4853520"/>
                <a:ext cx="106920" cy="36720"/>
              </a:xfrm>
              <a:custGeom>
                <a:rect b="b" l="l" r="r" t="t"/>
                <a:pathLst>
                  <a:path extrusionOk="0" h="574" w="1653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18350" lIns="90000" spcFirstLastPara="1" rIns="90000" wrap="square" tIns="183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4" name="Google Shape;184;p15"/>
              <p:cNvSpPr/>
              <p:nvPr/>
            </p:nvSpPr>
            <p:spPr>
              <a:xfrm flipH="1">
                <a:off x="298440" y="4850640"/>
                <a:ext cx="109080" cy="38880"/>
              </a:xfrm>
              <a:custGeom>
                <a:rect b="b" l="l" r="r" t="t"/>
                <a:pathLst>
                  <a:path extrusionOk="0" h="604" w="1685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anchorCtr="1" anchor="ctr" bIns="19425" lIns="90000" spcFirstLastPara="1" rIns="90000" wrap="square" tIns="19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5" name="Google Shape;185;p15"/>
              <p:cNvSpPr/>
              <p:nvPr/>
            </p:nvSpPr>
            <p:spPr>
              <a:xfrm flipH="1">
                <a:off x="297000" y="4847760"/>
                <a:ext cx="110520" cy="39240"/>
              </a:xfrm>
              <a:custGeom>
                <a:rect b="b" l="l" r="r" t="t"/>
                <a:pathLst>
                  <a:path extrusionOk="0" h="613" w="1711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19800" lIns="90000" spcFirstLastPara="1" rIns="90000" wrap="square" tIns="19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6" name="Google Shape;186;p15"/>
              <p:cNvSpPr/>
              <p:nvPr/>
            </p:nvSpPr>
            <p:spPr>
              <a:xfrm flipH="1">
                <a:off x="295560" y="4845240"/>
                <a:ext cx="111960" cy="39960"/>
              </a:xfrm>
              <a:custGeom>
                <a:rect b="b" l="l" r="r" t="t"/>
                <a:pathLst>
                  <a:path extrusionOk="0" h="621" w="1733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7" name="Google Shape;187;p15"/>
              <p:cNvSpPr/>
              <p:nvPr/>
            </p:nvSpPr>
            <p:spPr>
              <a:xfrm flipH="1">
                <a:off x="294120" y="4842360"/>
                <a:ext cx="113400" cy="40320"/>
              </a:xfrm>
              <a:custGeom>
                <a:rect b="b" l="l" r="r" t="t"/>
                <a:pathLst>
                  <a:path extrusionOk="0" h="628" w="1753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8" name="Google Shape;188;p15"/>
              <p:cNvSpPr/>
              <p:nvPr/>
            </p:nvSpPr>
            <p:spPr>
              <a:xfrm flipH="1">
                <a:off x="293040" y="4839840"/>
                <a:ext cx="114120" cy="40680"/>
              </a:xfrm>
              <a:custGeom>
                <a:rect b="b" l="l" r="r" t="t"/>
                <a:pathLst>
                  <a:path extrusionOk="0" h="633" w="1767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20500" lIns="90000" spcFirstLastPara="1" rIns="90000" wrap="square" tIns="20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9" name="Google Shape;189;p15"/>
              <p:cNvSpPr/>
              <p:nvPr/>
            </p:nvSpPr>
            <p:spPr>
              <a:xfrm flipH="1">
                <a:off x="291960" y="4836960"/>
                <a:ext cx="114840" cy="41040"/>
              </a:xfrm>
              <a:custGeom>
                <a:rect b="b" l="l" r="r" t="t"/>
                <a:pathLst>
                  <a:path extrusionOk="0" h="636" w="1778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20500" lIns="90000" spcFirstLastPara="1" rIns="90000" wrap="square" tIns="20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0" name="Google Shape;190;p15"/>
              <p:cNvSpPr/>
              <p:nvPr/>
            </p:nvSpPr>
            <p:spPr>
              <a:xfrm flipH="1">
                <a:off x="290520" y="4835160"/>
                <a:ext cx="115560" cy="38160"/>
              </a:xfrm>
              <a:custGeom>
                <a:rect b="b" l="l" r="r" t="t"/>
                <a:pathLst>
                  <a:path extrusionOk="0" h="593" w="1786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19075" lIns="90000" spcFirstLastPara="1" rIns="90000" wrap="square" tIns="190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1" name="Google Shape;191;p15"/>
              <p:cNvSpPr/>
              <p:nvPr/>
            </p:nvSpPr>
            <p:spPr>
              <a:xfrm flipH="1">
                <a:off x="290160" y="4845600"/>
                <a:ext cx="65160" cy="24840"/>
              </a:xfrm>
              <a:custGeom>
                <a:rect b="b" l="l" r="r" t="t"/>
                <a:pathLst>
                  <a:path extrusionOk="0" h="390" w="101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12600" lIns="90000" spcFirstLastPara="1" rIns="90000" wrap="square" tIns="126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2" name="Google Shape;192;p15"/>
              <p:cNvSpPr/>
              <p:nvPr/>
            </p:nvSpPr>
            <p:spPr>
              <a:xfrm flipH="1">
                <a:off x="290160" y="4843080"/>
                <a:ext cx="64800" cy="24840"/>
              </a:xfrm>
              <a:custGeom>
                <a:rect b="b" l="l" r="r" t="t"/>
                <a:pathLst>
                  <a:path extrusionOk="0" h="388" w="1003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12600" lIns="90000" spcFirstLastPara="1" rIns="90000" wrap="square" tIns="126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3" name="Google Shape;193;p15"/>
              <p:cNvSpPr/>
              <p:nvPr/>
            </p:nvSpPr>
            <p:spPr>
              <a:xfrm flipH="1">
                <a:off x="290160" y="4838040"/>
                <a:ext cx="63360" cy="24480"/>
              </a:xfrm>
              <a:custGeom>
                <a:rect b="b" l="l" r="r" t="t"/>
                <a:pathLst>
                  <a:path extrusionOk="0" h="385" w="983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12225" lIns="90000" spcFirstLastPara="1" rIns="90000" wrap="square" tIns="122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4" name="Google Shape;194;p15"/>
              <p:cNvSpPr/>
              <p:nvPr/>
            </p:nvSpPr>
            <p:spPr>
              <a:xfrm flipH="1">
                <a:off x="290160" y="4835520"/>
                <a:ext cx="62640" cy="24480"/>
              </a:xfrm>
              <a:custGeom>
                <a:rect b="b" l="l" r="r" t="t"/>
                <a:pathLst>
                  <a:path extrusionOk="0" h="383" w="971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anchorCtr="1" anchor="ctr" bIns="12225" lIns="90000" spcFirstLastPara="1" rIns="90000" wrap="square" tIns="122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5" name="Google Shape;195;p15"/>
              <p:cNvSpPr/>
              <p:nvPr/>
            </p:nvSpPr>
            <p:spPr>
              <a:xfrm flipH="1">
                <a:off x="290160" y="4831560"/>
                <a:ext cx="64800" cy="25560"/>
              </a:xfrm>
              <a:custGeom>
                <a:rect b="b" l="l" r="r" t="t"/>
                <a:pathLst>
                  <a:path extrusionOk="0" h="402" w="1007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12950" lIns="90000" spcFirstLastPara="1" rIns="90000" wrap="square" tIns="129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6" name="Google Shape;196;p15"/>
              <p:cNvSpPr/>
              <p:nvPr/>
            </p:nvSpPr>
            <p:spPr>
              <a:xfrm flipH="1">
                <a:off x="290160" y="4826160"/>
                <a:ext cx="72720" cy="28080"/>
              </a:xfrm>
              <a:custGeom>
                <a:rect b="b" l="l" r="r" t="t"/>
                <a:pathLst>
                  <a:path extrusionOk="0" h="441" w="1129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14025" lIns="90000" spcFirstLastPara="1" rIns="90000" wrap="square" tIns="14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7" name="Google Shape;197;p15"/>
              <p:cNvSpPr/>
              <p:nvPr/>
            </p:nvSpPr>
            <p:spPr>
              <a:xfrm flipH="1">
                <a:off x="290880" y="4821120"/>
                <a:ext cx="79200" cy="30240"/>
              </a:xfrm>
              <a:custGeom>
                <a:rect b="b" l="l" r="r" t="t"/>
                <a:pathLst>
                  <a:path extrusionOk="0" h="473" w="1226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15100" lIns="90000" spcFirstLastPara="1" rIns="90000" wrap="square" tIns="15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8" name="Google Shape;198;p15"/>
              <p:cNvSpPr/>
              <p:nvPr/>
            </p:nvSpPr>
            <p:spPr>
              <a:xfrm flipH="1">
                <a:off x="291240" y="4816800"/>
                <a:ext cx="83520" cy="31680"/>
              </a:xfrm>
              <a:custGeom>
                <a:rect b="b" l="l" r="r" t="t"/>
                <a:pathLst>
                  <a:path extrusionOk="0" h="494" w="12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15825" lIns="90000" spcFirstLastPara="1" rIns="90000" wrap="square" tIns="158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9" name="Google Shape;199;p15"/>
              <p:cNvSpPr/>
              <p:nvPr/>
            </p:nvSpPr>
            <p:spPr>
              <a:xfrm flipH="1">
                <a:off x="292680" y="4812840"/>
                <a:ext cx="86400" cy="32760"/>
              </a:xfrm>
              <a:custGeom>
                <a:rect b="b" l="l" r="r" t="t"/>
                <a:pathLst>
                  <a:path extrusionOk="0" h="508" w="133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16550" lIns="90000" spcFirstLastPara="1" rIns="90000" wrap="square" tIns="16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00" name="Google Shape;200;p15"/>
              <p:cNvSpPr/>
              <p:nvPr/>
            </p:nvSpPr>
            <p:spPr>
              <a:xfrm flipH="1">
                <a:off x="294120" y="4808880"/>
                <a:ext cx="87840" cy="33120"/>
              </a:xfrm>
              <a:custGeom>
                <a:rect b="b" l="l" r="r" t="t"/>
                <a:pathLst>
                  <a:path extrusionOk="0" h="515" w="136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anchorCtr="1" anchor="ctr" bIns="16550" lIns="90000" spcFirstLastPara="1" rIns="90000" wrap="square" tIns="16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01" name="Google Shape;201;p15"/>
              <p:cNvSpPr/>
              <p:nvPr/>
            </p:nvSpPr>
            <p:spPr>
              <a:xfrm flipH="1">
                <a:off x="199800" y="4683600"/>
                <a:ext cx="278280" cy="278280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02" name="Google Shape;202;p15"/>
              <p:cNvSpPr/>
              <p:nvPr/>
            </p:nvSpPr>
            <p:spPr>
              <a:xfrm>
                <a:off x="191160" y="4680360"/>
                <a:ext cx="291960" cy="291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800" u="none" cap="none" strike="noStrike">
                    <a:solidFill>
                      <a:schemeClr val="accent2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$</a:t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203" name="Google Shape;203;p15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4" name="Google Shape;204;p15"/>
          <p:cNvSpPr txBox="1"/>
          <p:nvPr>
            <p:ph idx="1" type="body"/>
          </p:nvPr>
        </p:nvSpPr>
        <p:spPr>
          <a:xfrm>
            <a:off x="720000" y="1215720"/>
            <a:ext cx="7703640" cy="3495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 type="blank">
  <p:cSld name="BLANK"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>
            <p:ph type="title"/>
          </p:nvPr>
        </p:nvSpPr>
        <p:spPr>
          <a:xfrm>
            <a:off x="827280" y="646560"/>
            <a:ext cx="3656160" cy="10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7" name="Google Shape;207;p16"/>
          <p:cNvSpPr/>
          <p:nvPr/>
        </p:nvSpPr>
        <p:spPr>
          <a:xfrm>
            <a:off x="827280" y="3231000"/>
            <a:ext cx="3739320" cy="796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CREDITS:</a:t>
            </a:r>
            <a:r>
              <a:rPr b="0" i="0" lang="en-US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This presentation template was created by </a:t>
            </a:r>
            <a:r>
              <a:rPr b="1" i="0" lang="en-US" sz="10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2"/>
              </a:rPr>
              <a:t>Slidesgo</a:t>
            </a:r>
            <a:r>
              <a:rPr b="0" i="0" lang="en-US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includes icons by </a:t>
            </a:r>
            <a:r>
              <a:rPr b="1" i="0" lang="en-US" sz="1000" u="sng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-US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infographics &amp; images by </a:t>
            </a:r>
            <a:r>
              <a:rPr b="1" i="0" lang="en-US" sz="1000" u="sng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US" sz="1000" u="sng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0" y="4911120"/>
            <a:ext cx="9143640" cy="23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09" name="Google Shape;209;p16"/>
          <p:cNvGrpSpPr/>
          <p:nvPr/>
        </p:nvGrpSpPr>
        <p:grpSpPr>
          <a:xfrm>
            <a:off x="7387560" y="-644760"/>
            <a:ext cx="1755000" cy="5795280"/>
            <a:chOff x="7387560" y="-644760"/>
            <a:chExt cx="1755000" cy="5795280"/>
          </a:xfrm>
        </p:grpSpPr>
        <p:grpSp>
          <p:nvGrpSpPr>
            <p:cNvPr id="210" name="Google Shape;210;p16"/>
            <p:cNvGrpSpPr/>
            <p:nvPr/>
          </p:nvGrpSpPr>
          <p:grpSpPr>
            <a:xfrm>
              <a:off x="7387560" y="0"/>
              <a:ext cx="1462320" cy="5150520"/>
              <a:chOff x="7387560" y="0"/>
              <a:chExt cx="1462320" cy="5150520"/>
            </a:xfrm>
          </p:grpSpPr>
          <p:cxnSp>
            <p:nvCxnSpPr>
              <p:cNvPr id="211" name="Google Shape;211;p16"/>
              <p:cNvCxnSpPr/>
              <p:nvPr/>
            </p:nvCxnSpPr>
            <p:spPr>
              <a:xfrm>
                <a:off x="8849520" y="0"/>
                <a:ext cx="360" cy="515052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2" name="Google Shape;212;p16"/>
              <p:cNvCxnSpPr/>
              <p:nvPr/>
            </p:nvCxnSpPr>
            <p:spPr>
              <a:xfrm>
                <a:off x="8264520" y="0"/>
                <a:ext cx="360" cy="515052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3" name="Google Shape;213;p16"/>
              <p:cNvCxnSpPr/>
              <p:nvPr/>
            </p:nvCxnSpPr>
            <p:spPr>
              <a:xfrm>
                <a:off x="8557200" y="0"/>
                <a:ext cx="360" cy="515052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4" name="Google Shape;214;p16"/>
              <p:cNvCxnSpPr/>
              <p:nvPr/>
            </p:nvCxnSpPr>
            <p:spPr>
              <a:xfrm>
                <a:off x="7972200" y="0"/>
                <a:ext cx="360" cy="515052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5" name="Google Shape;215;p16"/>
              <p:cNvCxnSpPr/>
              <p:nvPr/>
            </p:nvCxnSpPr>
            <p:spPr>
              <a:xfrm>
                <a:off x="7679880" y="0"/>
                <a:ext cx="360" cy="515052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6" name="Google Shape;216;p16"/>
              <p:cNvCxnSpPr/>
              <p:nvPr/>
            </p:nvCxnSpPr>
            <p:spPr>
              <a:xfrm>
                <a:off x="7387560" y="0"/>
                <a:ext cx="360" cy="515052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17" name="Google Shape;217;p16"/>
            <p:cNvGrpSpPr/>
            <p:nvPr/>
          </p:nvGrpSpPr>
          <p:grpSpPr>
            <a:xfrm>
              <a:off x="7387920" y="-644760"/>
              <a:ext cx="1754640" cy="5555880"/>
              <a:chOff x="7387920" y="-644760"/>
              <a:chExt cx="1754640" cy="5555880"/>
            </a:xfrm>
          </p:grpSpPr>
          <p:grpSp>
            <p:nvGrpSpPr>
              <p:cNvPr id="218" name="Google Shape;218;p16"/>
              <p:cNvGrpSpPr/>
              <p:nvPr/>
            </p:nvGrpSpPr>
            <p:grpSpPr>
              <a:xfrm>
                <a:off x="7387920" y="524160"/>
                <a:ext cx="1754640" cy="2047680"/>
                <a:chOff x="7387920" y="524160"/>
                <a:chExt cx="1754640" cy="2047680"/>
              </a:xfrm>
            </p:grpSpPr>
            <p:cxnSp>
              <p:nvCxnSpPr>
                <p:cNvPr id="219" name="Google Shape;219;p16"/>
                <p:cNvCxnSpPr/>
                <p:nvPr/>
              </p:nvCxnSpPr>
              <p:spPr>
                <a:xfrm flipH="1">
                  <a:off x="7387920" y="257148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0" name="Google Shape;220;p16"/>
                <p:cNvCxnSpPr/>
                <p:nvPr/>
              </p:nvCxnSpPr>
              <p:spPr>
                <a:xfrm flipH="1">
                  <a:off x="7387920" y="227880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1" name="Google Shape;221;p16"/>
                <p:cNvCxnSpPr/>
                <p:nvPr/>
              </p:nvCxnSpPr>
              <p:spPr>
                <a:xfrm flipH="1">
                  <a:off x="7387920" y="198648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2" name="Google Shape;222;p16"/>
                <p:cNvCxnSpPr/>
                <p:nvPr/>
              </p:nvCxnSpPr>
              <p:spPr>
                <a:xfrm flipH="1">
                  <a:off x="7387920" y="169416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3" name="Google Shape;223;p16"/>
                <p:cNvCxnSpPr/>
                <p:nvPr/>
              </p:nvCxnSpPr>
              <p:spPr>
                <a:xfrm flipH="1">
                  <a:off x="7387920" y="140148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4" name="Google Shape;224;p16"/>
                <p:cNvCxnSpPr/>
                <p:nvPr/>
              </p:nvCxnSpPr>
              <p:spPr>
                <a:xfrm flipH="1">
                  <a:off x="7387920" y="81684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5" name="Google Shape;225;p16"/>
                <p:cNvCxnSpPr/>
                <p:nvPr/>
              </p:nvCxnSpPr>
              <p:spPr>
                <a:xfrm flipH="1">
                  <a:off x="7387920" y="110916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6" name="Google Shape;226;p16"/>
                <p:cNvCxnSpPr/>
                <p:nvPr/>
              </p:nvCxnSpPr>
              <p:spPr>
                <a:xfrm flipH="1">
                  <a:off x="7387920" y="52416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27" name="Google Shape;227;p16"/>
              <p:cNvGrpSpPr/>
              <p:nvPr/>
            </p:nvGrpSpPr>
            <p:grpSpPr>
              <a:xfrm>
                <a:off x="7387920" y="2863800"/>
                <a:ext cx="1754640" cy="2047320"/>
                <a:chOff x="7387920" y="2863800"/>
                <a:chExt cx="1754640" cy="2047320"/>
              </a:xfrm>
            </p:grpSpPr>
            <p:cxnSp>
              <p:nvCxnSpPr>
                <p:cNvPr id="228" name="Google Shape;228;p16"/>
                <p:cNvCxnSpPr/>
                <p:nvPr/>
              </p:nvCxnSpPr>
              <p:spPr>
                <a:xfrm flipH="1">
                  <a:off x="7387920" y="491076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9" name="Google Shape;229;p16"/>
                <p:cNvCxnSpPr/>
                <p:nvPr/>
              </p:nvCxnSpPr>
              <p:spPr>
                <a:xfrm flipH="1">
                  <a:off x="7387920" y="461844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0" name="Google Shape;230;p16"/>
                <p:cNvCxnSpPr/>
                <p:nvPr/>
              </p:nvCxnSpPr>
              <p:spPr>
                <a:xfrm flipH="1">
                  <a:off x="7387920" y="432612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1" name="Google Shape;231;p16"/>
                <p:cNvCxnSpPr/>
                <p:nvPr/>
              </p:nvCxnSpPr>
              <p:spPr>
                <a:xfrm flipH="1">
                  <a:off x="7387920" y="403344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2" name="Google Shape;232;p16"/>
                <p:cNvCxnSpPr/>
                <p:nvPr/>
              </p:nvCxnSpPr>
              <p:spPr>
                <a:xfrm flipH="1">
                  <a:off x="7387920" y="374112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3" name="Google Shape;233;p16"/>
                <p:cNvCxnSpPr/>
                <p:nvPr/>
              </p:nvCxnSpPr>
              <p:spPr>
                <a:xfrm flipH="1">
                  <a:off x="7387920" y="315612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4" name="Google Shape;234;p16"/>
                <p:cNvCxnSpPr/>
                <p:nvPr/>
              </p:nvCxnSpPr>
              <p:spPr>
                <a:xfrm flipH="1">
                  <a:off x="7387920" y="344880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5" name="Google Shape;235;p16"/>
                <p:cNvCxnSpPr/>
                <p:nvPr/>
              </p:nvCxnSpPr>
              <p:spPr>
                <a:xfrm flipH="1">
                  <a:off x="7387920" y="2863800"/>
                  <a:ext cx="1754640" cy="3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36" name="Google Shape;236;p16"/>
              <p:cNvCxnSpPr/>
              <p:nvPr/>
            </p:nvCxnSpPr>
            <p:spPr>
              <a:xfrm flipH="1" rot="10800000">
                <a:off x="8264880" y="-644760"/>
                <a:ext cx="360" cy="175428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"/>
          <p:cNvSpPr txBox="1"/>
          <p:nvPr>
            <p:ph type="title"/>
          </p:nvPr>
        </p:nvSpPr>
        <p:spPr>
          <a:xfrm>
            <a:off x="4135274" y="1066675"/>
            <a:ext cx="4503300" cy="221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e Vietnam Pro"/>
              <a:buNone/>
            </a:pPr>
            <a:r>
              <a:rPr b="1" lang="en-US" sz="5000">
                <a:solidFill>
                  <a:srgbClr val="0ABF5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Optimization  Data Analyst</a:t>
            </a:r>
            <a:r>
              <a:rPr b="1" lang="en-US" sz="5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 </a:t>
            </a:r>
            <a:endParaRPr b="1" sz="500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e Vietnam Pro"/>
              <a:buNone/>
            </a:pPr>
            <a:r>
              <a:rPr b="1" lang="en-US" sz="3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Case Study</a:t>
            </a:r>
            <a:endParaRPr b="1" sz="300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242" name="Google Shape;242;p1"/>
          <p:cNvSpPr txBox="1"/>
          <p:nvPr>
            <p:ph idx="1" type="subTitle"/>
          </p:nvPr>
        </p:nvSpPr>
        <p:spPr>
          <a:xfrm>
            <a:off x="1172300" y="4623850"/>
            <a:ext cx="2740200" cy="285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Inter"/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Patrícia do Nascimento - May 20</a:t>
            </a: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43" name="Google Shape;243;p1"/>
          <p:cNvGrpSpPr/>
          <p:nvPr/>
        </p:nvGrpSpPr>
        <p:grpSpPr>
          <a:xfrm>
            <a:off x="591120" y="571320"/>
            <a:ext cx="3639960" cy="4052520"/>
            <a:chOff x="591120" y="571320"/>
            <a:chExt cx="3639960" cy="4052520"/>
          </a:xfrm>
        </p:grpSpPr>
        <p:grpSp>
          <p:nvGrpSpPr>
            <p:cNvPr id="244" name="Google Shape;244;p1"/>
            <p:cNvGrpSpPr/>
            <p:nvPr/>
          </p:nvGrpSpPr>
          <p:grpSpPr>
            <a:xfrm>
              <a:off x="1338840" y="571320"/>
              <a:ext cx="2401200" cy="2737800"/>
              <a:chOff x="1338840" y="571320"/>
              <a:chExt cx="2401200" cy="2737800"/>
            </a:xfrm>
          </p:grpSpPr>
          <p:sp>
            <p:nvSpPr>
              <p:cNvPr id="245" name="Google Shape;245;p1"/>
              <p:cNvSpPr/>
              <p:nvPr/>
            </p:nvSpPr>
            <p:spPr>
              <a:xfrm>
                <a:off x="1338840" y="943200"/>
                <a:ext cx="2400120" cy="236592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grpSp>
            <p:nvGrpSpPr>
              <p:cNvPr id="246" name="Google Shape;246;p1"/>
              <p:cNvGrpSpPr/>
              <p:nvPr/>
            </p:nvGrpSpPr>
            <p:grpSpPr>
              <a:xfrm>
                <a:off x="1415880" y="1008360"/>
                <a:ext cx="2079360" cy="1502280"/>
                <a:chOff x="1415880" y="1008360"/>
                <a:chExt cx="2079360" cy="1502280"/>
              </a:xfrm>
            </p:grpSpPr>
            <p:cxnSp>
              <p:nvCxnSpPr>
                <p:cNvPr id="247" name="Google Shape;247;p1"/>
                <p:cNvCxnSpPr/>
                <p:nvPr/>
              </p:nvCxnSpPr>
              <p:spPr>
                <a:xfrm>
                  <a:off x="1564200" y="1008360"/>
                  <a:ext cx="360" cy="15022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9E7D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8" name="Google Shape;248;p1"/>
                <p:cNvCxnSpPr/>
                <p:nvPr/>
              </p:nvCxnSpPr>
              <p:spPr>
                <a:xfrm>
                  <a:off x="1415880" y="1008360"/>
                  <a:ext cx="360" cy="15022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9E7D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9" name="Google Shape;249;p1"/>
                <p:cNvCxnSpPr/>
                <p:nvPr/>
              </p:nvCxnSpPr>
              <p:spPr>
                <a:xfrm>
                  <a:off x="1712880" y="1008360"/>
                  <a:ext cx="360" cy="15022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9E7D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0" name="Google Shape;250;p1"/>
                <p:cNvCxnSpPr/>
                <p:nvPr/>
              </p:nvCxnSpPr>
              <p:spPr>
                <a:xfrm>
                  <a:off x="1861200" y="1008360"/>
                  <a:ext cx="360" cy="15022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9E7D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1" name="Google Shape;251;p1"/>
                <p:cNvCxnSpPr/>
                <p:nvPr/>
              </p:nvCxnSpPr>
              <p:spPr>
                <a:xfrm>
                  <a:off x="2009880" y="1008360"/>
                  <a:ext cx="360" cy="15022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9E7D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2" name="Google Shape;252;p1"/>
                <p:cNvCxnSpPr/>
                <p:nvPr/>
              </p:nvCxnSpPr>
              <p:spPr>
                <a:xfrm>
                  <a:off x="2306880" y="1008360"/>
                  <a:ext cx="360" cy="15022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9E7D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3" name="Google Shape;253;p1"/>
                <p:cNvCxnSpPr/>
                <p:nvPr/>
              </p:nvCxnSpPr>
              <p:spPr>
                <a:xfrm>
                  <a:off x="2158200" y="1008360"/>
                  <a:ext cx="360" cy="15022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9E7D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4" name="Google Shape;254;p1"/>
                <p:cNvCxnSpPr/>
                <p:nvPr/>
              </p:nvCxnSpPr>
              <p:spPr>
                <a:xfrm>
                  <a:off x="2455200" y="1008360"/>
                  <a:ext cx="360" cy="15022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9E7D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5" name="Google Shape;255;p1"/>
                <p:cNvCxnSpPr/>
                <p:nvPr/>
              </p:nvCxnSpPr>
              <p:spPr>
                <a:xfrm>
                  <a:off x="2603880" y="1008360"/>
                  <a:ext cx="360" cy="15022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9E7D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6" name="Google Shape;256;p1"/>
                <p:cNvCxnSpPr/>
                <p:nvPr/>
              </p:nvCxnSpPr>
              <p:spPr>
                <a:xfrm>
                  <a:off x="2752200" y="1008360"/>
                  <a:ext cx="360" cy="15022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9E7D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7" name="Google Shape;257;p1"/>
                <p:cNvCxnSpPr/>
                <p:nvPr/>
              </p:nvCxnSpPr>
              <p:spPr>
                <a:xfrm>
                  <a:off x="2900880" y="1008360"/>
                  <a:ext cx="360" cy="15022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9E7D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8" name="Google Shape;258;p1"/>
                <p:cNvCxnSpPr/>
                <p:nvPr/>
              </p:nvCxnSpPr>
              <p:spPr>
                <a:xfrm>
                  <a:off x="3197880" y="1008360"/>
                  <a:ext cx="360" cy="15022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9E7D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9" name="Google Shape;259;p1"/>
                <p:cNvCxnSpPr/>
                <p:nvPr/>
              </p:nvCxnSpPr>
              <p:spPr>
                <a:xfrm>
                  <a:off x="3049200" y="1008360"/>
                  <a:ext cx="360" cy="15022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9E7D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0" name="Google Shape;260;p1"/>
                <p:cNvCxnSpPr/>
                <p:nvPr/>
              </p:nvCxnSpPr>
              <p:spPr>
                <a:xfrm>
                  <a:off x="3346200" y="1008360"/>
                  <a:ext cx="360" cy="15022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9E7D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1" name="Google Shape;261;p1"/>
                <p:cNvCxnSpPr/>
                <p:nvPr/>
              </p:nvCxnSpPr>
              <p:spPr>
                <a:xfrm>
                  <a:off x="3494880" y="1008360"/>
                  <a:ext cx="360" cy="15022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9E7D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62" name="Google Shape;262;p1"/>
              <p:cNvSpPr/>
              <p:nvPr/>
            </p:nvSpPr>
            <p:spPr>
              <a:xfrm>
                <a:off x="1339920" y="763200"/>
                <a:ext cx="2400120" cy="18252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63" name="Google Shape;263;p1"/>
              <p:cNvSpPr/>
              <p:nvPr/>
            </p:nvSpPr>
            <p:spPr>
              <a:xfrm>
                <a:off x="1413360" y="1447560"/>
                <a:ext cx="2215080" cy="1276560"/>
              </a:xfrm>
              <a:custGeom>
                <a:rect b="b" l="l" r="r" t="t"/>
                <a:pathLst>
                  <a:path extrusionOk="0" fill="none" h="4182" w="7255">
                    <a:moveTo>
                      <a:pt x="0" y="3367"/>
                    </a:moveTo>
                    <a:cubicBezTo>
                      <a:pt x="18" y="3367"/>
                      <a:pt x="48" y="3360"/>
                      <a:pt x="65" y="3368"/>
                    </a:cubicBezTo>
                    <a:cubicBezTo>
                      <a:pt x="87" y="3378"/>
                      <a:pt x="92" y="3414"/>
                      <a:pt x="105" y="3432"/>
                    </a:cubicBezTo>
                    <a:cubicBezTo>
                      <a:pt x="113" y="3444"/>
                      <a:pt x="127" y="3451"/>
                      <a:pt x="135" y="3464"/>
                    </a:cubicBezTo>
                    <a:cubicBezTo>
                      <a:pt x="144" y="3477"/>
                      <a:pt x="147" y="3488"/>
                      <a:pt x="158" y="3501"/>
                    </a:cubicBezTo>
                    <a:cubicBezTo>
                      <a:pt x="170" y="3514"/>
                      <a:pt x="174" y="3522"/>
                      <a:pt x="181" y="3540"/>
                    </a:cubicBezTo>
                    <a:cubicBezTo>
                      <a:pt x="191" y="3566"/>
                      <a:pt x="203" y="3572"/>
                      <a:pt x="225" y="3586"/>
                    </a:cubicBezTo>
                    <a:cubicBezTo>
                      <a:pt x="243" y="3597"/>
                      <a:pt x="261" y="3619"/>
                      <a:pt x="281" y="3625"/>
                    </a:cubicBezTo>
                    <a:cubicBezTo>
                      <a:pt x="303" y="3632"/>
                      <a:pt x="325" y="3625"/>
                      <a:pt x="346" y="3637"/>
                    </a:cubicBezTo>
                    <a:cubicBezTo>
                      <a:pt x="369" y="3649"/>
                      <a:pt x="376" y="3660"/>
                      <a:pt x="404" y="3659"/>
                    </a:cubicBezTo>
                    <a:cubicBezTo>
                      <a:pt x="433" y="3659"/>
                      <a:pt x="459" y="3659"/>
                      <a:pt x="487" y="3654"/>
                    </a:cubicBezTo>
                    <a:cubicBezTo>
                      <a:pt x="520" y="3647"/>
                      <a:pt x="527" y="3645"/>
                      <a:pt x="551" y="3621"/>
                    </a:cubicBezTo>
                    <a:cubicBezTo>
                      <a:pt x="564" y="3608"/>
                      <a:pt x="573" y="3587"/>
                      <a:pt x="587" y="3574"/>
                    </a:cubicBezTo>
                    <a:cubicBezTo>
                      <a:pt x="592" y="3570"/>
                      <a:pt x="600" y="3571"/>
                      <a:pt x="605" y="3566"/>
                    </a:cubicBezTo>
                    <a:cubicBezTo>
                      <a:pt x="607" y="3564"/>
                      <a:pt x="612" y="3552"/>
                      <a:pt x="614" y="3549"/>
                    </a:cubicBezTo>
                    <a:cubicBezTo>
                      <a:pt x="625" y="3525"/>
                      <a:pt x="636" y="3518"/>
                      <a:pt x="658" y="3505"/>
                    </a:cubicBezTo>
                    <a:cubicBezTo>
                      <a:pt x="674" y="3495"/>
                      <a:pt x="692" y="3484"/>
                      <a:pt x="709" y="3475"/>
                    </a:cubicBezTo>
                    <a:cubicBezTo>
                      <a:pt x="723" y="3467"/>
                      <a:pt x="740" y="3452"/>
                      <a:pt x="756" y="3451"/>
                    </a:cubicBezTo>
                    <a:cubicBezTo>
                      <a:pt x="757" y="3445"/>
                      <a:pt x="759" y="3440"/>
                      <a:pt x="759" y="3434"/>
                    </a:cubicBezTo>
                    <a:cubicBezTo>
                      <a:pt x="787" y="3420"/>
                      <a:pt x="827" y="3440"/>
                      <a:pt x="856" y="3432"/>
                    </a:cubicBezTo>
                    <a:cubicBezTo>
                      <a:pt x="870" y="3428"/>
                      <a:pt x="872" y="3423"/>
                      <a:pt x="887" y="3421"/>
                    </a:cubicBezTo>
                    <a:cubicBezTo>
                      <a:pt x="902" y="3419"/>
                      <a:pt x="921" y="3419"/>
                      <a:pt x="936" y="3420"/>
                    </a:cubicBezTo>
                    <a:cubicBezTo>
                      <a:pt x="961" y="3421"/>
                      <a:pt x="977" y="3437"/>
                      <a:pt x="1001" y="3442"/>
                    </a:cubicBezTo>
                    <a:cubicBezTo>
                      <a:pt x="1014" y="3445"/>
                      <a:pt x="1026" y="3442"/>
                      <a:pt x="1039" y="3445"/>
                    </a:cubicBezTo>
                    <a:cubicBezTo>
                      <a:pt x="1052" y="3448"/>
                      <a:pt x="1065" y="3455"/>
                      <a:pt x="1077" y="3459"/>
                    </a:cubicBezTo>
                    <a:cubicBezTo>
                      <a:pt x="1100" y="3466"/>
                      <a:pt x="1106" y="3478"/>
                      <a:pt x="1126" y="3489"/>
                    </a:cubicBezTo>
                    <a:cubicBezTo>
                      <a:pt x="1155" y="3506"/>
                      <a:pt x="1176" y="3508"/>
                      <a:pt x="1194" y="3540"/>
                    </a:cubicBezTo>
                    <a:cubicBezTo>
                      <a:pt x="1202" y="3554"/>
                      <a:pt x="1208" y="3568"/>
                      <a:pt x="1211" y="3584"/>
                    </a:cubicBezTo>
                    <a:cubicBezTo>
                      <a:pt x="1216" y="3609"/>
                      <a:pt x="1218" y="3614"/>
                      <a:pt x="1235" y="3632"/>
                    </a:cubicBezTo>
                    <a:cubicBezTo>
                      <a:pt x="1242" y="3640"/>
                      <a:pt x="1250" y="3649"/>
                      <a:pt x="1256" y="3659"/>
                    </a:cubicBezTo>
                    <a:cubicBezTo>
                      <a:pt x="1264" y="3671"/>
                      <a:pt x="1265" y="3685"/>
                      <a:pt x="1273" y="3697"/>
                    </a:cubicBezTo>
                    <a:cubicBezTo>
                      <a:pt x="1292" y="3728"/>
                      <a:pt x="1322" y="3755"/>
                      <a:pt x="1341" y="3785"/>
                    </a:cubicBezTo>
                    <a:cubicBezTo>
                      <a:pt x="1363" y="3819"/>
                      <a:pt x="1379" y="3867"/>
                      <a:pt x="1410" y="3897"/>
                    </a:cubicBezTo>
                    <a:cubicBezTo>
                      <a:pt x="1430" y="3917"/>
                      <a:pt x="1453" y="3921"/>
                      <a:pt x="1472" y="3940"/>
                    </a:cubicBezTo>
                    <a:cubicBezTo>
                      <a:pt x="1484" y="3952"/>
                      <a:pt x="1503" y="3964"/>
                      <a:pt x="1514" y="3976"/>
                    </a:cubicBezTo>
                    <a:cubicBezTo>
                      <a:pt x="1520" y="3982"/>
                      <a:pt x="1523" y="3997"/>
                      <a:pt x="1529" y="4005"/>
                    </a:cubicBezTo>
                    <a:cubicBezTo>
                      <a:pt x="1546" y="4030"/>
                      <a:pt x="1555" y="4057"/>
                      <a:pt x="1572" y="4082"/>
                    </a:cubicBezTo>
                    <a:cubicBezTo>
                      <a:pt x="1592" y="4110"/>
                      <a:pt x="1620" y="4132"/>
                      <a:pt x="1644" y="4158"/>
                    </a:cubicBezTo>
                    <a:cubicBezTo>
                      <a:pt x="1666" y="4182"/>
                      <a:pt x="1685" y="4188"/>
                      <a:pt x="1722" y="4174"/>
                    </a:cubicBezTo>
                    <a:cubicBezTo>
                      <a:pt x="1767" y="4157"/>
                      <a:pt x="1797" y="4128"/>
                      <a:pt x="1837" y="4104"/>
                    </a:cubicBezTo>
                    <a:cubicBezTo>
                      <a:pt x="1875" y="4081"/>
                      <a:pt x="1903" y="4060"/>
                      <a:pt x="1918" y="4018"/>
                    </a:cubicBezTo>
                    <a:cubicBezTo>
                      <a:pt x="1936" y="3969"/>
                      <a:pt x="1968" y="3919"/>
                      <a:pt x="1980" y="3870"/>
                    </a:cubicBezTo>
                    <a:cubicBezTo>
                      <a:pt x="1984" y="3855"/>
                      <a:pt x="1991" y="3837"/>
                      <a:pt x="1993" y="3821"/>
                    </a:cubicBezTo>
                    <a:cubicBezTo>
                      <a:pt x="1995" y="3807"/>
                      <a:pt x="1989" y="3797"/>
                      <a:pt x="1998" y="3784"/>
                    </a:cubicBezTo>
                    <a:cubicBezTo>
                      <a:pt x="2007" y="3773"/>
                      <a:pt x="2018" y="3770"/>
                      <a:pt x="2027" y="3757"/>
                    </a:cubicBezTo>
                    <a:cubicBezTo>
                      <a:pt x="2042" y="3735"/>
                      <a:pt x="2058" y="3712"/>
                      <a:pt x="2071" y="3688"/>
                    </a:cubicBezTo>
                    <a:cubicBezTo>
                      <a:pt x="2115" y="3609"/>
                      <a:pt x="2152" y="3530"/>
                      <a:pt x="2166" y="3443"/>
                    </a:cubicBezTo>
                    <a:cubicBezTo>
                      <a:pt x="2172" y="3399"/>
                      <a:pt x="2206" y="3379"/>
                      <a:pt x="2226" y="3342"/>
                    </a:cubicBezTo>
                    <a:cubicBezTo>
                      <a:pt x="2235" y="3326"/>
                      <a:pt x="2238" y="3300"/>
                      <a:pt x="2244" y="3283"/>
                    </a:cubicBezTo>
                    <a:cubicBezTo>
                      <a:pt x="2253" y="3259"/>
                      <a:pt x="2248" y="3236"/>
                      <a:pt x="2254" y="3213"/>
                    </a:cubicBezTo>
                    <a:cubicBezTo>
                      <a:pt x="2259" y="3193"/>
                      <a:pt x="2270" y="3175"/>
                      <a:pt x="2275" y="3154"/>
                    </a:cubicBezTo>
                    <a:cubicBezTo>
                      <a:pt x="2280" y="3134"/>
                      <a:pt x="2281" y="3114"/>
                      <a:pt x="2284" y="3094"/>
                    </a:cubicBezTo>
                    <a:cubicBezTo>
                      <a:pt x="2292" y="3048"/>
                      <a:pt x="2311" y="2990"/>
                      <a:pt x="2343" y="2956"/>
                    </a:cubicBezTo>
                    <a:cubicBezTo>
                      <a:pt x="2377" y="2921"/>
                      <a:pt x="2404" y="2894"/>
                      <a:pt x="2414" y="2848"/>
                    </a:cubicBezTo>
                    <a:cubicBezTo>
                      <a:pt x="2421" y="2816"/>
                      <a:pt x="2440" y="2788"/>
                      <a:pt x="2447" y="2756"/>
                    </a:cubicBezTo>
                    <a:cubicBezTo>
                      <a:pt x="2455" y="2722"/>
                      <a:pt x="2458" y="2692"/>
                      <a:pt x="2458" y="2657"/>
                    </a:cubicBezTo>
                    <a:cubicBezTo>
                      <a:pt x="2458" y="2626"/>
                      <a:pt x="2452" y="2586"/>
                      <a:pt x="2458" y="2556"/>
                    </a:cubicBezTo>
                    <a:cubicBezTo>
                      <a:pt x="2468" y="2514"/>
                      <a:pt x="2502" y="2470"/>
                      <a:pt x="2527" y="2437"/>
                    </a:cubicBezTo>
                    <a:cubicBezTo>
                      <a:pt x="2559" y="2397"/>
                      <a:pt x="2580" y="2356"/>
                      <a:pt x="2596" y="2306"/>
                    </a:cubicBezTo>
                    <a:cubicBezTo>
                      <a:pt x="2607" y="2273"/>
                      <a:pt x="2605" y="2236"/>
                      <a:pt x="2619" y="2204"/>
                    </a:cubicBezTo>
                    <a:cubicBezTo>
                      <a:pt x="2635" y="2167"/>
                      <a:pt x="2678" y="2143"/>
                      <a:pt x="2708" y="2114"/>
                    </a:cubicBezTo>
                    <a:cubicBezTo>
                      <a:pt x="2751" y="2071"/>
                      <a:pt x="2843" y="1989"/>
                      <a:pt x="2913" y="2015"/>
                    </a:cubicBezTo>
                    <a:cubicBezTo>
                      <a:pt x="2937" y="2024"/>
                      <a:pt x="2949" y="2055"/>
                      <a:pt x="2971" y="2069"/>
                    </a:cubicBezTo>
                    <a:cubicBezTo>
                      <a:pt x="2984" y="2078"/>
                      <a:pt x="2994" y="2085"/>
                      <a:pt x="3006" y="2095"/>
                    </a:cubicBezTo>
                    <a:cubicBezTo>
                      <a:pt x="3013" y="2102"/>
                      <a:pt x="3024" y="2109"/>
                      <a:pt x="3031" y="2117"/>
                    </a:cubicBezTo>
                    <a:cubicBezTo>
                      <a:pt x="3043" y="2130"/>
                      <a:pt x="3037" y="2131"/>
                      <a:pt x="3044" y="2146"/>
                    </a:cubicBezTo>
                    <a:cubicBezTo>
                      <a:pt x="3053" y="2165"/>
                      <a:pt x="3079" y="2189"/>
                      <a:pt x="3095" y="2199"/>
                    </a:cubicBezTo>
                    <a:cubicBezTo>
                      <a:pt x="3106" y="2207"/>
                      <a:pt x="3115" y="2206"/>
                      <a:pt x="3129" y="2214"/>
                    </a:cubicBezTo>
                    <a:cubicBezTo>
                      <a:pt x="3137" y="2218"/>
                      <a:pt x="3138" y="2229"/>
                      <a:pt x="3148" y="2232"/>
                    </a:cubicBezTo>
                    <a:cubicBezTo>
                      <a:pt x="3165" y="2239"/>
                      <a:pt x="3197" y="2230"/>
                      <a:pt x="3213" y="2227"/>
                    </a:cubicBezTo>
                    <a:cubicBezTo>
                      <a:pt x="3255" y="2218"/>
                      <a:pt x="3308" y="2181"/>
                      <a:pt x="3344" y="2160"/>
                    </a:cubicBezTo>
                    <a:cubicBezTo>
                      <a:pt x="3373" y="2142"/>
                      <a:pt x="3400" y="2133"/>
                      <a:pt x="3431" y="2122"/>
                    </a:cubicBezTo>
                    <a:cubicBezTo>
                      <a:pt x="3435" y="2093"/>
                      <a:pt x="3433" y="2067"/>
                      <a:pt x="3449" y="2042"/>
                    </a:cubicBezTo>
                    <a:cubicBezTo>
                      <a:pt x="3466" y="2016"/>
                      <a:pt x="3489" y="1992"/>
                      <a:pt x="3508" y="1968"/>
                    </a:cubicBezTo>
                    <a:cubicBezTo>
                      <a:pt x="3527" y="1943"/>
                      <a:pt x="3545" y="1918"/>
                      <a:pt x="3574" y="1904"/>
                    </a:cubicBezTo>
                    <a:cubicBezTo>
                      <a:pt x="3581" y="1901"/>
                      <a:pt x="3600" y="1899"/>
                      <a:pt x="3605" y="1893"/>
                    </a:cubicBezTo>
                    <a:cubicBezTo>
                      <a:pt x="3609" y="1887"/>
                      <a:pt x="3603" y="1879"/>
                      <a:pt x="3605" y="1874"/>
                    </a:cubicBezTo>
                    <a:cubicBezTo>
                      <a:pt x="3622" y="1831"/>
                      <a:pt x="3616" y="1788"/>
                      <a:pt x="3616" y="1743"/>
                    </a:cubicBezTo>
                    <a:cubicBezTo>
                      <a:pt x="3617" y="1662"/>
                      <a:pt x="3672" y="1623"/>
                      <a:pt x="3730" y="1573"/>
                    </a:cubicBezTo>
                    <a:cubicBezTo>
                      <a:pt x="3785" y="1526"/>
                      <a:pt x="3845" y="1476"/>
                      <a:pt x="3882" y="1413"/>
                    </a:cubicBezTo>
                    <a:cubicBezTo>
                      <a:pt x="3893" y="1393"/>
                      <a:pt x="3899" y="1371"/>
                      <a:pt x="3909" y="1351"/>
                    </a:cubicBezTo>
                    <a:cubicBezTo>
                      <a:pt x="3922" y="1323"/>
                      <a:pt x="3941" y="1296"/>
                      <a:pt x="3950" y="1267"/>
                    </a:cubicBezTo>
                    <a:cubicBezTo>
                      <a:pt x="3967" y="1212"/>
                      <a:pt x="4002" y="1167"/>
                      <a:pt x="4034" y="1120"/>
                    </a:cubicBezTo>
                    <a:cubicBezTo>
                      <a:pt x="4061" y="1081"/>
                      <a:pt x="4061" y="1061"/>
                      <a:pt x="4061" y="1015"/>
                    </a:cubicBezTo>
                    <a:cubicBezTo>
                      <a:pt x="4061" y="940"/>
                      <a:pt x="4046" y="863"/>
                      <a:pt x="4111" y="810"/>
                    </a:cubicBezTo>
                    <a:cubicBezTo>
                      <a:pt x="4126" y="797"/>
                      <a:pt x="4145" y="789"/>
                      <a:pt x="4161" y="777"/>
                    </a:cubicBezTo>
                    <a:cubicBezTo>
                      <a:pt x="4182" y="761"/>
                      <a:pt x="4207" y="756"/>
                      <a:pt x="4228" y="742"/>
                    </a:cubicBezTo>
                    <a:cubicBezTo>
                      <a:pt x="4239" y="735"/>
                      <a:pt x="4248" y="722"/>
                      <a:pt x="4260" y="717"/>
                    </a:cubicBezTo>
                    <a:cubicBezTo>
                      <a:pt x="4275" y="711"/>
                      <a:pt x="4294" y="715"/>
                      <a:pt x="4309" y="710"/>
                    </a:cubicBezTo>
                    <a:cubicBezTo>
                      <a:pt x="4358" y="696"/>
                      <a:pt x="4385" y="689"/>
                      <a:pt x="4438" y="699"/>
                    </a:cubicBezTo>
                    <a:cubicBezTo>
                      <a:pt x="4454" y="701"/>
                      <a:pt x="4472" y="704"/>
                      <a:pt x="4487" y="711"/>
                    </a:cubicBezTo>
                    <a:cubicBezTo>
                      <a:pt x="4511" y="722"/>
                      <a:pt x="4519" y="722"/>
                      <a:pt x="4543" y="725"/>
                    </a:cubicBezTo>
                    <a:cubicBezTo>
                      <a:pt x="4581" y="731"/>
                      <a:pt x="4630" y="773"/>
                      <a:pt x="4652" y="803"/>
                    </a:cubicBezTo>
                    <a:cubicBezTo>
                      <a:pt x="4669" y="827"/>
                      <a:pt x="4688" y="849"/>
                      <a:pt x="4705" y="873"/>
                    </a:cubicBezTo>
                    <a:cubicBezTo>
                      <a:pt x="4721" y="895"/>
                      <a:pt x="4718" y="909"/>
                      <a:pt x="4742" y="919"/>
                    </a:cubicBezTo>
                    <a:cubicBezTo>
                      <a:pt x="4805" y="948"/>
                      <a:pt x="4885" y="965"/>
                      <a:pt x="4955" y="973"/>
                    </a:cubicBezTo>
                    <a:cubicBezTo>
                      <a:pt x="5016" y="980"/>
                      <a:pt x="5068" y="965"/>
                      <a:pt x="5100" y="1023"/>
                    </a:cubicBezTo>
                    <a:cubicBezTo>
                      <a:pt x="5118" y="1056"/>
                      <a:pt x="5137" y="1088"/>
                      <a:pt x="5160" y="1118"/>
                    </a:cubicBezTo>
                    <a:cubicBezTo>
                      <a:pt x="5168" y="1130"/>
                      <a:pt x="5179" y="1140"/>
                      <a:pt x="5187" y="1152"/>
                    </a:cubicBezTo>
                    <a:cubicBezTo>
                      <a:pt x="5197" y="1166"/>
                      <a:pt x="5199" y="1184"/>
                      <a:pt x="5212" y="1196"/>
                    </a:cubicBezTo>
                    <a:cubicBezTo>
                      <a:pt x="5258" y="1237"/>
                      <a:pt x="5329" y="1217"/>
                      <a:pt x="5379" y="1242"/>
                    </a:cubicBezTo>
                    <a:cubicBezTo>
                      <a:pt x="5397" y="1252"/>
                      <a:pt x="5396" y="1266"/>
                      <a:pt x="5408" y="1282"/>
                    </a:cubicBezTo>
                    <a:cubicBezTo>
                      <a:pt x="5413" y="1289"/>
                      <a:pt x="5421" y="1293"/>
                      <a:pt x="5426" y="1300"/>
                    </a:cubicBezTo>
                    <a:cubicBezTo>
                      <a:pt x="5432" y="1309"/>
                      <a:pt x="5432" y="1318"/>
                      <a:pt x="5437" y="1327"/>
                    </a:cubicBezTo>
                    <a:cubicBezTo>
                      <a:pt x="5452" y="1354"/>
                      <a:pt x="5478" y="1360"/>
                      <a:pt x="5508" y="1353"/>
                    </a:cubicBezTo>
                    <a:cubicBezTo>
                      <a:pt x="5535" y="1346"/>
                      <a:pt x="5569" y="1327"/>
                      <a:pt x="5588" y="1306"/>
                    </a:cubicBezTo>
                    <a:cubicBezTo>
                      <a:pt x="5598" y="1294"/>
                      <a:pt x="5601" y="1278"/>
                      <a:pt x="5610" y="1265"/>
                    </a:cubicBezTo>
                    <a:cubicBezTo>
                      <a:pt x="5618" y="1254"/>
                      <a:pt x="5634" y="1249"/>
                      <a:pt x="5641" y="1239"/>
                    </a:cubicBezTo>
                    <a:cubicBezTo>
                      <a:pt x="5644" y="1234"/>
                      <a:pt x="5645" y="1225"/>
                      <a:pt x="5648" y="1219"/>
                    </a:cubicBezTo>
                    <a:cubicBezTo>
                      <a:pt x="5654" y="1207"/>
                      <a:pt x="5666" y="1197"/>
                      <a:pt x="5673" y="1187"/>
                    </a:cubicBezTo>
                    <a:cubicBezTo>
                      <a:pt x="5696" y="1157"/>
                      <a:pt x="5721" y="1125"/>
                      <a:pt x="5740" y="1093"/>
                    </a:cubicBezTo>
                    <a:cubicBezTo>
                      <a:pt x="5755" y="1065"/>
                      <a:pt x="5766" y="1035"/>
                      <a:pt x="5784" y="1008"/>
                    </a:cubicBezTo>
                    <a:cubicBezTo>
                      <a:pt x="5806" y="976"/>
                      <a:pt x="5835" y="936"/>
                      <a:pt x="5869" y="916"/>
                    </a:cubicBezTo>
                    <a:cubicBezTo>
                      <a:pt x="5882" y="908"/>
                      <a:pt x="5895" y="903"/>
                      <a:pt x="5911" y="900"/>
                    </a:cubicBezTo>
                    <a:cubicBezTo>
                      <a:pt x="5913" y="900"/>
                      <a:pt x="5940" y="901"/>
                      <a:pt x="5946" y="897"/>
                    </a:cubicBezTo>
                    <a:cubicBezTo>
                      <a:pt x="5950" y="894"/>
                      <a:pt x="5952" y="887"/>
                      <a:pt x="5957" y="884"/>
                    </a:cubicBezTo>
                    <a:cubicBezTo>
                      <a:pt x="5964" y="879"/>
                      <a:pt x="5974" y="876"/>
                      <a:pt x="5982" y="871"/>
                    </a:cubicBezTo>
                    <a:cubicBezTo>
                      <a:pt x="5997" y="861"/>
                      <a:pt x="5996" y="852"/>
                      <a:pt x="6002" y="836"/>
                    </a:cubicBezTo>
                    <a:cubicBezTo>
                      <a:pt x="6017" y="793"/>
                      <a:pt x="6050" y="754"/>
                      <a:pt x="6074" y="713"/>
                    </a:cubicBezTo>
                    <a:cubicBezTo>
                      <a:pt x="6090" y="686"/>
                      <a:pt x="6107" y="649"/>
                      <a:pt x="6135" y="632"/>
                    </a:cubicBezTo>
                    <a:cubicBezTo>
                      <a:pt x="6181" y="603"/>
                      <a:pt x="6259" y="595"/>
                      <a:pt x="6312" y="584"/>
                    </a:cubicBezTo>
                    <a:cubicBezTo>
                      <a:pt x="6365" y="574"/>
                      <a:pt x="6431" y="552"/>
                      <a:pt x="6485" y="564"/>
                    </a:cubicBezTo>
                    <a:cubicBezTo>
                      <a:pt x="6535" y="575"/>
                      <a:pt x="6569" y="627"/>
                      <a:pt x="6620" y="628"/>
                    </a:cubicBezTo>
                    <a:cubicBezTo>
                      <a:pt x="6678" y="631"/>
                      <a:pt x="6714" y="636"/>
                      <a:pt x="6746" y="582"/>
                    </a:cubicBezTo>
                    <a:cubicBezTo>
                      <a:pt x="6759" y="562"/>
                      <a:pt x="6781" y="535"/>
                      <a:pt x="6788" y="512"/>
                    </a:cubicBezTo>
                    <a:cubicBezTo>
                      <a:pt x="6794" y="491"/>
                      <a:pt x="6789" y="479"/>
                      <a:pt x="6800" y="460"/>
                    </a:cubicBezTo>
                    <a:cubicBezTo>
                      <a:pt x="6818" y="430"/>
                      <a:pt x="6803" y="404"/>
                      <a:pt x="6838" y="380"/>
                    </a:cubicBezTo>
                    <a:cubicBezTo>
                      <a:pt x="6860" y="365"/>
                      <a:pt x="6879" y="370"/>
                      <a:pt x="6906" y="369"/>
                    </a:cubicBezTo>
                    <a:cubicBezTo>
                      <a:pt x="6934" y="368"/>
                      <a:pt x="6963" y="361"/>
                      <a:pt x="6991" y="356"/>
                    </a:cubicBezTo>
                    <a:cubicBezTo>
                      <a:pt x="7081" y="341"/>
                      <a:pt x="7082" y="223"/>
                      <a:pt x="7128" y="163"/>
                    </a:cubicBezTo>
                    <a:cubicBezTo>
                      <a:pt x="7147" y="138"/>
                      <a:pt x="7166" y="117"/>
                      <a:pt x="7185" y="92"/>
                    </a:cubicBezTo>
                    <a:cubicBezTo>
                      <a:pt x="7195" y="78"/>
                      <a:pt x="7212" y="64"/>
                      <a:pt x="7221" y="49"/>
                    </a:cubicBezTo>
                    <a:cubicBezTo>
                      <a:pt x="7230" y="31"/>
                      <a:pt x="7223" y="2"/>
                      <a:pt x="7255" y="0"/>
                    </a:cubicBezTo>
                  </a:path>
                </a:pathLst>
              </a:custGeom>
              <a:noFill/>
              <a:ln cap="flat" cmpd="sng" w="25550">
                <a:solidFill>
                  <a:srgbClr val="839B8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57600" lIns="102600" spcFirstLastPara="1" rIns="102600" wrap="square" tIns="576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64" name="Google Shape;264;p1"/>
              <p:cNvSpPr/>
              <p:nvPr/>
            </p:nvSpPr>
            <p:spPr>
              <a:xfrm>
                <a:off x="1411200" y="1444680"/>
                <a:ext cx="2217240" cy="1703520"/>
              </a:xfrm>
              <a:custGeom>
                <a:rect b="b" l="l" r="r" t="t"/>
                <a:pathLst>
                  <a:path extrusionOk="0" h="5579" w="7262">
                    <a:moveTo>
                      <a:pt x="7256" y="0"/>
                    </a:moveTo>
                    <a:cubicBezTo>
                      <a:pt x="7279" y="23"/>
                      <a:pt x="7231" y="31"/>
                      <a:pt x="7221" y="49"/>
                    </a:cubicBezTo>
                    <a:cubicBezTo>
                      <a:pt x="7213" y="64"/>
                      <a:pt x="7196" y="78"/>
                      <a:pt x="7185" y="92"/>
                    </a:cubicBezTo>
                    <a:cubicBezTo>
                      <a:pt x="7166" y="117"/>
                      <a:pt x="7147" y="138"/>
                      <a:pt x="7128" y="163"/>
                    </a:cubicBezTo>
                    <a:cubicBezTo>
                      <a:pt x="7082" y="223"/>
                      <a:pt x="7081" y="341"/>
                      <a:pt x="6991" y="356"/>
                    </a:cubicBezTo>
                    <a:cubicBezTo>
                      <a:pt x="6963" y="361"/>
                      <a:pt x="6934" y="367"/>
                      <a:pt x="6906" y="369"/>
                    </a:cubicBezTo>
                    <a:cubicBezTo>
                      <a:pt x="6879" y="370"/>
                      <a:pt x="6860" y="365"/>
                      <a:pt x="6838" y="380"/>
                    </a:cubicBezTo>
                    <a:cubicBezTo>
                      <a:pt x="6804" y="404"/>
                      <a:pt x="6818" y="430"/>
                      <a:pt x="6801" y="460"/>
                    </a:cubicBezTo>
                    <a:cubicBezTo>
                      <a:pt x="6789" y="479"/>
                      <a:pt x="6794" y="491"/>
                      <a:pt x="6788" y="512"/>
                    </a:cubicBezTo>
                    <a:cubicBezTo>
                      <a:pt x="6782" y="535"/>
                      <a:pt x="6759" y="562"/>
                      <a:pt x="6747" y="582"/>
                    </a:cubicBezTo>
                    <a:cubicBezTo>
                      <a:pt x="6714" y="636"/>
                      <a:pt x="6678" y="631"/>
                      <a:pt x="6621" y="628"/>
                    </a:cubicBezTo>
                    <a:cubicBezTo>
                      <a:pt x="6570" y="627"/>
                      <a:pt x="6535" y="575"/>
                      <a:pt x="6486" y="564"/>
                    </a:cubicBezTo>
                    <a:cubicBezTo>
                      <a:pt x="6431" y="552"/>
                      <a:pt x="6365" y="574"/>
                      <a:pt x="6313" y="584"/>
                    </a:cubicBezTo>
                    <a:cubicBezTo>
                      <a:pt x="6259" y="595"/>
                      <a:pt x="6182" y="603"/>
                      <a:pt x="6135" y="632"/>
                    </a:cubicBezTo>
                    <a:cubicBezTo>
                      <a:pt x="6108" y="649"/>
                      <a:pt x="6090" y="686"/>
                      <a:pt x="6075" y="713"/>
                    </a:cubicBezTo>
                    <a:cubicBezTo>
                      <a:pt x="6051" y="754"/>
                      <a:pt x="6017" y="793"/>
                      <a:pt x="6002" y="836"/>
                    </a:cubicBezTo>
                    <a:cubicBezTo>
                      <a:pt x="5996" y="852"/>
                      <a:pt x="5997" y="861"/>
                      <a:pt x="5982" y="871"/>
                    </a:cubicBezTo>
                    <a:cubicBezTo>
                      <a:pt x="5974" y="876"/>
                      <a:pt x="5965" y="879"/>
                      <a:pt x="5957" y="884"/>
                    </a:cubicBezTo>
                    <a:cubicBezTo>
                      <a:pt x="5953" y="887"/>
                      <a:pt x="5951" y="894"/>
                      <a:pt x="5946" y="897"/>
                    </a:cubicBezTo>
                    <a:cubicBezTo>
                      <a:pt x="5940" y="901"/>
                      <a:pt x="5914" y="900"/>
                      <a:pt x="5911" y="900"/>
                    </a:cubicBezTo>
                    <a:cubicBezTo>
                      <a:pt x="5896" y="903"/>
                      <a:pt x="5883" y="908"/>
                      <a:pt x="5869" y="916"/>
                    </a:cubicBezTo>
                    <a:cubicBezTo>
                      <a:pt x="5835" y="936"/>
                      <a:pt x="5806" y="976"/>
                      <a:pt x="5784" y="1008"/>
                    </a:cubicBezTo>
                    <a:cubicBezTo>
                      <a:pt x="5766" y="1035"/>
                      <a:pt x="5756" y="1065"/>
                      <a:pt x="5740" y="1093"/>
                    </a:cubicBezTo>
                    <a:cubicBezTo>
                      <a:pt x="5721" y="1125"/>
                      <a:pt x="5696" y="1157"/>
                      <a:pt x="5674" y="1187"/>
                    </a:cubicBezTo>
                    <a:cubicBezTo>
                      <a:pt x="5666" y="1197"/>
                      <a:pt x="5655" y="1208"/>
                      <a:pt x="5648" y="1219"/>
                    </a:cubicBezTo>
                    <a:cubicBezTo>
                      <a:pt x="5645" y="1225"/>
                      <a:pt x="5645" y="1234"/>
                      <a:pt x="5641" y="1239"/>
                    </a:cubicBezTo>
                    <a:cubicBezTo>
                      <a:pt x="5634" y="1249"/>
                      <a:pt x="5619" y="1254"/>
                      <a:pt x="5610" y="1265"/>
                    </a:cubicBezTo>
                    <a:cubicBezTo>
                      <a:pt x="5601" y="1278"/>
                      <a:pt x="5598" y="1294"/>
                      <a:pt x="5588" y="1306"/>
                    </a:cubicBezTo>
                    <a:cubicBezTo>
                      <a:pt x="5570" y="1327"/>
                      <a:pt x="5536" y="1346"/>
                      <a:pt x="5508" y="1353"/>
                    </a:cubicBezTo>
                    <a:cubicBezTo>
                      <a:pt x="5478" y="1360"/>
                      <a:pt x="5452" y="1354"/>
                      <a:pt x="5437" y="1327"/>
                    </a:cubicBezTo>
                    <a:cubicBezTo>
                      <a:pt x="5432" y="1318"/>
                      <a:pt x="5433" y="1309"/>
                      <a:pt x="5426" y="1300"/>
                    </a:cubicBezTo>
                    <a:cubicBezTo>
                      <a:pt x="5422" y="1293"/>
                      <a:pt x="5414" y="1289"/>
                      <a:pt x="5409" y="1282"/>
                    </a:cubicBezTo>
                    <a:cubicBezTo>
                      <a:pt x="5396" y="1266"/>
                      <a:pt x="5397" y="1252"/>
                      <a:pt x="5379" y="1242"/>
                    </a:cubicBezTo>
                    <a:cubicBezTo>
                      <a:pt x="5330" y="1217"/>
                      <a:pt x="5258" y="1237"/>
                      <a:pt x="5213" y="1196"/>
                    </a:cubicBezTo>
                    <a:cubicBezTo>
                      <a:pt x="5200" y="1184"/>
                      <a:pt x="5198" y="1166"/>
                      <a:pt x="5187" y="1152"/>
                    </a:cubicBezTo>
                    <a:cubicBezTo>
                      <a:pt x="5179" y="1140"/>
                      <a:pt x="5169" y="1130"/>
                      <a:pt x="5160" y="1119"/>
                    </a:cubicBezTo>
                    <a:cubicBezTo>
                      <a:pt x="5137" y="1088"/>
                      <a:pt x="5118" y="1057"/>
                      <a:pt x="5100" y="1023"/>
                    </a:cubicBezTo>
                    <a:cubicBezTo>
                      <a:pt x="5069" y="965"/>
                      <a:pt x="5016" y="980"/>
                      <a:pt x="4955" y="973"/>
                    </a:cubicBezTo>
                    <a:cubicBezTo>
                      <a:pt x="4886" y="965"/>
                      <a:pt x="4806" y="948"/>
                      <a:pt x="4742" y="920"/>
                    </a:cubicBezTo>
                    <a:cubicBezTo>
                      <a:pt x="4718" y="909"/>
                      <a:pt x="4721" y="895"/>
                      <a:pt x="4705" y="873"/>
                    </a:cubicBezTo>
                    <a:cubicBezTo>
                      <a:pt x="4688" y="849"/>
                      <a:pt x="4669" y="827"/>
                      <a:pt x="4652" y="803"/>
                    </a:cubicBezTo>
                    <a:cubicBezTo>
                      <a:pt x="4630" y="773"/>
                      <a:pt x="4582" y="731"/>
                      <a:pt x="4543" y="725"/>
                    </a:cubicBezTo>
                    <a:cubicBezTo>
                      <a:pt x="4519" y="722"/>
                      <a:pt x="4511" y="722"/>
                      <a:pt x="4487" y="711"/>
                    </a:cubicBezTo>
                    <a:cubicBezTo>
                      <a:pt x="4473" y="704"/>
                      <a:pt x="4455" y="702"/>
                      <a:pt x="4438" y="699"/>
                    </a:cubicBezTo>
                    <a:cubicBezTo>
                      <a:pt x="4385" y="689"/>
                      <a:pt x="4359" y="696"/>
                      <a:pt x="4310" y="710"/>
                    </a:cubicBezTo>
                    <a:cubicBezTo>
                      <a:pt x="4294" y="715"/>
                      <a:pt x="4276" y="711"/>
                      <a:pt x="4261" y="717"/>
                    </a:cubicBezTo>
                    <a:cubicBezTo>
                      <a:pt x="4249" y="722"/>
                      <a:pt x="4239" y="735"/>
                      <a:pt x="4229" y="742"/>
                    </a:cubicBezTo>
                    <a:cubicBezTo>
                      <a:pt x="4207" y="756"/>
                      <a:pt x="4182" y="761"/>
                      <a:pt x="4161" y="777"/>
                    </a:cubicBezTo>
                    <a:cubicBezTo>
                      <a:pt x="4145" y="789"/>
                      <a:pt x="4127" y="797"/>
                      <a:pt x="4111" y="810"/>
                    </a:cubicBezTo>
                    <a:cubicBezTo>
                      <a:pt x="4046" y="863"/>
                      <a:pt x="4061" y="940"/>
                      <a:pt x="4061" y="1015"/>
                    </a:cubicBezTo>
                    <a:cubicBezTo>
                      <a:pt x="4061" y="1061"/>
                      <a:pt x="4062" y="1081"/>
                      <a:pt x="4034" y="1120"/>
                    </a:cubicBezTo>
                    <a:cubicBezTo>
                      <a:pt x="4002" y="1167"/>
                      <a:pt x="3967" y="1212"/>
                      <a:pt x="3950" y="1267"/>
                    </a:cubicBezTo>
                    <a:cubicBezTo>
                      <a:pt x="3941" y="1296"/>
                      <a:pt x="3923" y="1324"/>
                      <a:pt x="3909" y="1351"/>
                    </a:cubicBezTo>
                    <a:cubicBezTo>
                      <a:pt x="3899" y="1371"/>
                      <a:pt x="3893" y="1394"/>
                      <a:pt x="3882" y="1413"/>
                    </a:cubicBezTo>
                    <a:cubicBezTo>
                      <a:pt x="3845" y="1476"/>
                      <a:pt x="3785" y="1526"/>
                      <a:pt x="3731" y="1573"/>
                    </a:cubicBezTo>
                    <a:cubicBezTo>
                      <a:pt x="3673" y="1623"/>
                      <a:pt x="3618" y="1662"/>
                      <a:pt x="3617" y="1743"/>
                    </a:cubicBezTo>
                    <a:cubicBezTo>
                      <a:pt x="3616" y="1788"/>
                      <a:pt x="3623" y="1832"/>
                      <a:pt x="3606" y="1874"/>
                    </a:cubicBezTo>
                    <a:cubicBezTo>
                      <a:pt x="3604" y="1879"/>
                      <a:pt x="3610" y="1887"/>
                      <a:pt x="3605" y="1893"/>
                    </a:cubicBezTo>
                    <a:cubicBezTo>
                      <a:pt x="3600" y="1899"/>
                      <a:pt x="3582" y="1901"/>
                      <a:pt x="3575" y="1904"/>
                    </a:cubicBezTo>
                    <a:cubicBezTo>
                      <a:pt x="3546" y="1918"/>
                      <a:pt x="3527" y="1943"/>
                      <a:pt x="3508" y="1968"/>
                    </a:cubicBezTo>
                    <a:cubicBezTo>
                      <a:pt x="3490" y="1992"/>
                      <a:pt x="3466" y="2016"/>
                      <a:pt x="3449" y="2042"/>
                    </a:cubicBezTo>
                    <a:cubicBezTo>
                      <a:pt x="3433" y="2067"/>
                      <a:pt x="3435" y="2093"/>
                      <a:pt x="3432" y="2122"/>
                    </a:cubicBezTo>
                    <a:cubicBezTo>
                      <a:pt x="3400" y="2134"/>
                      <a:pt x="3374" y="2143"/>
                      <a:pt x="3344" y="2160"/>
                    </a:cubicBezTo>
                    <a:cubicBezTo>
                      <a:pt x="3308" y="2182"/>
                      <a:pt x="3256" y="2218"/>
                      <a:pt x="3214" y="2227"/>
                    </a:cubicBezTo>
                    <a:cubicBezTo>
                      <a:pt x="3198" y="2230"/>
                      <a:pt x="3165" y="2239"/>
                      <a:pt x="3148" y="2232"/>
                    </a:cubicBezTo>
                    <a:cubicBezTo>
                      <a:pt x="3139" y="2229"/>
                      <a:pt x="3138" y="2218"/>
                      <a:pt x="3130" y="2214"/>
                    </a:cubicBezTo>
                    <a:cubicBezTo>
                      <a:pt x="3116" y="2207"/>
                      <a:pt x="3107" y="2207"/>
                      <a:pt x="3095" y="2199"/>
                    </a:cubicBezTo>
                    <a:cubicBezTo>
                      <a:pt x="3079" y="2189"/>
                      <a:pt x="3053" y="2165"/>
                      <a:pt x="3045" y="2147"/>
                    </a:cubicBezTo>
                    <a:cubicBezTo>
                      <a:pt x="3037" y="2131"/>
                      <a:pt x="3043" y="2130"/>
                      <a:pt x="3032" y="2117"/>
                    </a:cubicBezTo>
                    <a:cubicBezTo>
                      <a:pt x="3025" y="2109"/>
                      <a:pt x="3014" y="2102"/>
                      <a:pt x="3006" y="2095"/>
                    </a:cubicBezTo>
                    <a:cubicBezTo>
                      <a:pt x="2995" y="2085"/>
                      <a:pt x="2985" y="2078"/>
                      <a:pt x="2972" y="2069"/>
                    </a:cubicBezTo>
                    <a:cubicBezTo>
                      <a:pt x="2950" y="2055"/>
                      <a:pt x="2937" y="2024"/>
                      <a:pt x="2913" y="2015"/>
                    </a:cubicBezTo>
                    <a:cubicBezTo>
                      <a:pt x="2843" y="1990"/>
                      <a:pt x="2751" y="2072"/>
                      <a:pt x="2708" y="2114"/>
                    </a:cubicBezTo>
                    <a:cubicBezTo>
                      <a:pt x="2679" y="2143"/>
                      <a:pt x="2635" y="2167"/>
                      <a:pt x="2619" y="2204"/>
                    </a:cubicBezTo>
                    <a:cubicBezTo>
                      <a:pt x="2605" y="2236"/>
                      <a:pt x="2607" y="2273"/>
                      <a:pt x="2597" y="2306"/>
                    </a:cubicBezTo>
                    <a:cubicBezTo>
                      <a:pt x="2581" y="2356"/>
                      <a:pt x="2559" y="2397"/>
                      <a:pt x="2527" y="2438"/>
                    </a:cubicBezTo>
                    <a:cubicBezTo>
                      <a:pt x="2502" y="2470"/>
                      <a:pt x="2468" y="2515"/>
                      <a:pt x="2459" y="2556"/>
                    </a:cubicBezTo>
                    <a:cubicBezTo>
                      <a:pt x="2452" y="2586"/>
                      <a:pt x="2458" y="2626"/>
                      <a:pt x="2458" y="2657"/>
                    </a:cubicBezTo>
                    <a:cubicBezTo>
                      <a:pt x="2458" y="2693"/>
                      <a:pt x="2455" y="2722"/>
                      <a:pt x="2447" y="2756"/>
                    </a:cubicBezTo>
                    <a:cubicBezTo>
                      <a:pt x="2440" y="2788"/>
                      <a:pt x="2421" y="2817"/>
                      <a:pt x="2415" y="2848"/>
                    </a:cubicBezTo>
                    <a:cubicBezTo>
                      <a:pt x="2405" y="2894"/>
                      <a:pt x="2377" y="2921"/>
                      <a:pt x="2344" y="2956"/>
                    </a:cubicBezTo>
                    <a:cubicBezTo>
                      <a:pt x="2312" y="2990"/>
                      <a:pt x="2292" y="3048"/>
                      <a:pt x="2285" y="3094"/>
                    </a:cubicBezTo>
                    <a:cubicBezTo>
                      <a:pt x="2282" y="3114"/>
                      <a:pt x="2281" y="3134"/>
                      <a:pt x="2276" y="3154"/>
                    </a:cubicBezTo>
                    <a:cubicBezTo>
                      <a:pt x="2271" y="3175"/>
                      <a:pt x="2260" y="3193"/>
                      <a:pt x="2254" y="3213"/>
                    </a:cubicBezTo>
                    <a:cubicBezTo>
                      <a:pt x="2248" y="3237"/>
                      <a:pt x="2253" y="3259"/>
                      <a:pt x="2245" y="3283"/>
                    </a:cubicBezTo>
                    <a:cubicBezTo>
                      <a:pt x="2239" y="3300"/>
                      <a:pt x="2235" y="3326"/>
                      <a:pt x="2227" y="3342"/>
                    </a:cubicBezTo>
                    <a:cubicBezTo>
                      <a:pt x="2207" y="3380"/>
                      <a:pt x="2173" y="3399"/>
                      <a:pt x="2166" y="3443"/>
                    </a:cubicBezTo>
                    <a:cubicBezTo>
                      <a:pt x="2153" y="3530"/>
                      <a:pt x="2116" y="3609"/>
                      <a:pt x="2071" y="3689"/>
                    </a:cubicBezTo>
                    <a:cubicBezTo>
                      <a:pt x="2058" y="3712"/>
                      <a:pt x="2043" y="3735"/>
                      <a:pt x="2027" y="3758"/>
                    </a:cubicBezTo>
                    <a:cubicBezTo>
                      <a:pt x="2019" y="3770"/>
                      <a:pt x="2007" y="3774"/>
                      <a:pt x="1999" y="3785"/>
                    </a:cubicBezTo>
                    <a:cubicBezTo>
                      <a:pt x="1989" y="3797"/>
                      <a:pt x="1995" y="3807"/>
                      <a:pt x="1993" y="3821"/>
                    </a:cubicBezTo>
                    <a:cubicBezTo>
                      <a:pt x="1991" y="3837"/>
                      <a:pt x="1985" y="3855"/>
                      <a:pt x="1981" y="3870"/>
                    </a:cubicBezTo>
                    <a:cubicBezTo>
                      <a:pt x="1968" y="3920"/>
                      <a:pt x="1936" y="3969"/>
                      <a:pt x="1919" y="4018"/>
                    </a:cubicBezTo>
                    <a:cubicBezTo>
                      <a:pt x="1904" y="4060"/>
                      <a:pt x="1875" y="4081"/>
                      <a:pt x="1837" y="4104"/>
                    </a:cubicBezTo>
                    <a:cubicBezTo>
                      <a:pt x="1797" y="4128"/>
                      <a:pt x="1767" y="4157"/>
                      <a:pt x="1722" y="4174"/>
                    </a:cubicBezTo>
                    <a:cubicBezTo>
                      <a:pt x="1686" y="4188"/>
                      <a:pt x="1667" y="4182"/>
                      <a:pt x="1644" y="4158"/>
                    </a:cubicBezTo>
                    <a:cubicBezTo>
                      <a:pt x="1621" y="4132"/>
                      <a:pt x="1592" y="4110"/>
                      <a:pt x="1573" y="4082"/>
                    </a:cubicBezTo>
                    <a:cubicBezTo>
                      <a:pt x="1556" y="4057"/>
                      <a:pt x="1546" y="4030"/>
                      <a:pt x="1529" y="4005"/>
                    </a:cubicBezTo>
                    <a:cubicBezTo>
                      <a:pt x="1524" y="3997"/>
                      <a:pt x="1520" y="3982"/>
                      <a:pt x="1514" y="3976"/>
                    </a:cubicBezTo>
                    <a:cubicBezTo>
                      <a:pt x="1504" y="3964"/>
                      <a:pt x="1485" y="3952"/>
                      <a:pt x="1473" y="3940"/>
                    </a:cubicBezTo>
                    <a:cubicBezTo>
                      <a:pt x="1453" y="3921"/>
                      <a:pt x="1430" y="3917"/>
                      <a:pt x="1410" y="3897"/>
                    </a:cubicBezTo>
                    <a:cubicBezTo>
                      <a:pt x="1379" y="3867"/>
                      <a:pt x="1364" y="3819"/>
                      <a:pt x="1342" y="3785"/>
                    </a:cubicBezTo>
                    <a:cubicBezTo>
                      <a:pt x="1322" y="3755"/>
                      <a:pt x="1293" y="3728"/>
                      <a:pt x="1273" y="3697"/>
                    </a:cubicBezTo>
                    <a:cubicBezTo>
                      <a:pt x="1266" y="3685"/>
                      <a:pt x="1264" y="3672"/>
                      <a:pt x="1257" y="3659"/>
                    </a:cubicBezTo>
                    <a:cubicBezTo>
                      <a:pt x="1251" y="3649"/>
                      <a:pt x="1243" y="3640"/>
                      <a:pt x="1235" y="3632"/>
                    </a:cubicBezTo>
                    <a:cubicBezTo>
                      <a:pt x="1218" y="3615"/>
                      <a:pt x="1217" y="3610"/>
                      <a:pt x="1212" y="3584"/>
                    </a:cubicBezTo>
                    <a:cubicBezTo>
                      <a:pt x="1208" y="3568"/>
                      <a:pt x="1202" y="3555"/>
                      <a:pt x="1194" y="3540"/>
                    </a:cubicBezTo>
                    <a:cubicBezTo>
                      <a:pt x="1176" y="3508"/>
                      <a:pt x="1155" y="3506"/>
                      <a:pt x="1126" y="3489"/>
                    </a:cubicBezTo>
                    <a:cubicBezTo>
                      <a:pt x="1107" y="3478"/>
                      <a:pt x="1100" y="3466"/>
                      <a:pt x="1078" y="3459"/>
                    </a:cubicBezTo>
                    <a:cubicBezTo>
                      <a:pt x="1065" y="3455"/>
                      <a:pt x="1052" y="3448"/>
                      <a:pt x="1040" y="3445"/>
                    </a:cubicBezTo>
                    <a:cubicBezTo>
                      <a:pt x="1027" y="3442"/>
                      <a:pt x="1014" y="3445"/>
                      <a:pt x="1001" y="3442"/>
                    </a:cubicBezTo>
                    <a:cubicBezTo>
                      <a:pt x="977" y="3437"/>
                      <a:pt x="962" y="3421"/>
                      <a:pt x="936" y="3420"/>
                    </a:cubicBezTo>
                    <a:cubicBezTo>
                      <a:pt x="921" y="3420"/>
                      <a:pt x="902" y="3419"/>
                      <a:pt x="888" y="3421"/>
                    </a:cubicBezTo>
                    <a:cubicBezTo>
                      <a:pt x="872" y="3423"/>
                      <a:pt x="870" y="3429"/>
                      <a:pt x="856" y="3432"/>
                    </a:cubicBezTo>
                    <a:cubicBezTo>
                      <a:pt x="827" y="3441"/>
                      <a:pt x="787" y="3420"/>
                      <a:pt x="760" y="3434"/>
                    </a:cubicBezTo>
                    <a:cubicBezTo>
                      <a:pt x="759" y="3440"/>
                      <a:pt x="758" y="3446"/>
                      <a:pt x="756" y="3451"/>
                    </a:cubicBezTo>
                    <a:cubicBezTo>
                      <a:pt x="741" y="3452"/>
                      <a:pt x="723" y="3468"/>
                      <a:pt x="710" y="3475"/>
                    </a:cubicBezTo>
                    <a:cubicBezTo>
                      <a:pt x="692" y="3485"/>
                      <a:pt x="675" y="3495"/>
                      <a:pt x="658" y="3505"/>
                    </a:cubicBezTo>
                    <a:cubicBezTo>
                      <a:pt x="636" y="3518"/>
                      <a:pt x="626" y="3525"/>
                      <a:pt x="614" y="3549"/>
                    </a:cubicBezTo>
                    <a:cubicBezTo>
                      <a:pt x="612" y="3553"/>
                      <a:pt x="608" y="3564"/>
                      <a:pt x="606" y="3566"/>
                    </a:cubicBezTo>
                    <a:cubicBezTo>
                      <a:pt x="601" y="3571"/>
                      <a:pt x="593" y="3570"/>
                      <a:pt x="587" y="3574"/>
                    </a:cubicBezTo>
                    <a:cubicBezTo>
                      <a:pt x="573" y="3587"/>
                      <a:pt x="565" y="3608"/>
                      <a:pt x="551" y="3621"/>
                    </a:cubicBezTo>
                    <a:cubicBezTo>
                      <a:pt x="528" y="3645"/>
                      <a:pt x="521" y="3648"/>
                      <a:pt x="488" y="3654"/>
                    </a:cubicBezTo>
                    <a:cubicBezTo>
                      <a:pt x="459" y="3659"/>
                      <a:pt x="434" y="3659"/>
                      <a:pt x="405" y="3659"/>
                    </a:cubicBezTo>
                    <a:cubicBezTo>
                      <a:pt x="377" y="3660"/>
                      <a:pt x="369" y="3650"/>
                      <a:pt x="347" y="3637"/>
                    </a:cubicBezTo>
                    <a:cubicBezTo>
                      <a:pt x="326" y="3625"/>
                      <a:pt x="303" y="3632"/>
                      <a:pt x="282" y="3625"/>
                    </a:cubicBezTo>
                    <a:cubicBezTo>
                      <a:pt x="261" y="3619"/>
                      <a:pt x="243" y="3598"/>
                      <a:pt x="225" y="3586"/>
                    </a:cubicBezTo>
                    <a:cubicBezTo>
                      <a:pt x="203" y="3572"/>
                      <a:pt x="191" y="3566"/>
                      <a:pt x="181" y="3540"/>
                    </a:cubicBezTo>
                    <a:cubicBezTo>
                      <a:pt x="174" y="3522"/>
                      <a:pt x="170" y="3514"/>
                      <a:pt x="158" y="3501"/>
                    </a:cubicBezTo>
                    <a:cubicBezTo>
                      <a:pt x="147" y="3488"/>
                      <a:pt x="144" y="3477"/>
                      <a:pt x="136" y="3464"/>
                    </a:cubicBezTo>
                    <a:cubicBezTo>
                      <a:pt x="127" y="3451"/>
                      <a:pt x="114" y="3445"/>
                      <a:pt x="105" y="3432"/>
                    </a:cubicBezTo>
                    <a:cubicBezTo>
                      <a:pt x="93" y="3414"/>
                      <a:pt x="87" y="3378"/>
                      <a:pt x="65" y="3368"/>
                    </a:cubicBezTo>
                    <a:cubicBezTo>
                      <a:pt x="49" y="3361"/>
                      <a:pt x="19" y="3367"/>
                      <a:pt x="0" y="3367"/>
                    </a:cubicBezTo>
                    <a:lnTo>
                      <a:pt x="0" y="5579"/>
                    </a:lnTo>
                    <a:lnTo>
                      <a:pt x="7255" y="5579"/>
                    </a:lnTo>
                    <a:cubicBezTo>
                      <a:pt x="7256" y="5579"/>
                      <a:pt x="7237" y="-18"/>
                      <a:pt x="725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65" name="Google Shape;265;p1"/>
              <p:cNvSpPr/>
              <p:nvPr/>
            </p:nvSpPr>
            <p:spPr>
              <a:xfrm>
                <a:off x="1398960" y="2050200"/>
                <a:ext cx="2229840" cy="1118520"/>
              </a:xfrm>
              <a:custGeom>
                <a:rect b="b" l="l" r="r" t="t"/>
                <a:pathLst>
                  <a:path extrusionOk="0" h="3664" w="7117">
                    <a:moveTo>
                      <a:pt x="0" y="396"/>
                    </a:moveTo>
                    <a:cubicBezTo>
                      <a:pt x="0" y="396"/>
                      <a:pt x="62" y="350"/>
                      <a:pt x="76" y="341"/>
                    </a:cubicBezTo>
                    <a:cubicBezTo>
                      <a:pt x="95" y="330"/>
                      <a:pt x="118" y="314"/>
                      <a:pt x="139" y="309"/>
                    </a:cubicBezTo>
                    <a:cubicBezTo>
                      <a:pt x="182" y="301"/>
                      <a:pt x="218" y="290"/>
                      <a:pt x="258" y="314"/>
                    </a:cubicBezTo>
                    <a:cubicBezTo>
                      <a:pt x="295" y="336"/>
                      <a:pt x="330" y="346"/>
                      <a:pt x="360" y="377"/>
                    </a:cubicBezTo>
                    <a:cubicBezTo>
                      <a:pt x="382" y="399"/>
                      <a:pt x="404" y="416"/>
                      <a:pt x="428" y="438"/>
                    </a:cubicBezTo>
                    <a:cubicBezTo>
                      <a:pt x="443" y="452"/>
                      <a:pt x="446" y="473"/>
                      <a:pt x="460" y="486"/>
                    </a:cubicBezTo>
                    <a:cubicBezTo>
                      <a:pt x="474" y="499"/>
                      <a:pt x="498" y="510"/>
                      <a:pt x="515" y="519"/>
                    </a:cubicBezTo>
                    <a:cubicBezTo>
                      <a:pt x="559" y="541"/>
                      <a:pt x="598" y="537"/>
                      <a:pt x="646" y="537"/>
                    </a:cubicBezTo>
                    <a:cubicBezTo>
                      <a:pt x="708" y="538"/>
                      <a:pt x="757" y="513"/>
                      <a:pt x="816" y="496"/>
                    </a:cubicBezTo>
                    <a:cubicBezTo>
                      <a:pt x="848" y="487"/>
                      <a:pt x="882" y="490"/>
                      <a:pt x="913" y="481"/>
                    </a:cubicBezTo>
                    <a:cubicBezTo>
                      <a:pt x="934" y="475"/>
                      <a:pt x="950" y="463"/>
                      <a:pt x="972" y="461"/>
                    </a:cubicBezTo>
                    <a:cubicBezTo>
                      <a:pt x="1008" y="458"/>
                      <a:pt x="1040" y="462"/>
                      <a:pt x="1071" y="479"/>
                    </a:cubicBezTo>
                    <a:cubicBezTo>
                      <a:pt x="1098" y="495"/>
                      <a:pt x="1105" y="507"/>
                      <a:pt x="1137" y="516"/>
                    </a:cubicBezTo>
                    <a:cubicBezTo>
                      <a:pt x="1151" y="520"/>
                      <a:pt x="1180" y="519"/>
                      <a:pt x="1192" y="528"/>
                    </a:cubicBezTo>
                    <a:cubicBezTo>
                      <a:pt x="1203" y="538"/>
                      <a:pt x="1214" y="568"/>
                      <a:pt x="1224" y="582"/>
                    </a:cubicBezTo>
                    <a:cubicBezTo>
                      <a:pt x="1230" y="590"/>
                      <a:pt x="1237" y="600"/>
                      <a:pt x="1244" y="609"/>
                    </a:cubicBezTo>
                    <a:cubicBezTo>
                      <a:pt x="1259" y="626"/>
                      <a:pt x="1270" y="645"/>
                      <a:pt x="1278" y="665"/>
                    </a:cubicBezTo>
                    <a:cubicBezTo>
                      <a:pt x="1287" y="691"/>
                      <a:pt x="1290" y="701"/>
                      <a:pt x="1310" y="719"/>
                    </a:cubicBezTo>
                    <a:cubicBezTo>
                      <a:pt x="1315" y="723"/>
                      <a:pt x="1327" y="731"/>
                      <a:pt x="1330" y="736"/>
                    </a:cubicBezTo>
                    <a:cubicBezTo>
                      <a:pt x="1333" y="741"/>
                      <a:pt x="1331" y="751"/>
                      <a:pt x="1334" y="755"/>
                    </a:cubicBezTo>
                    <a:cubicBezTo>
                      <a:pt x="1350" y="777"/>
                      <a:pt x="1375" y="780"/>
                      <a:pt x="1397" y="793"/>
                    </a:cubicBezTo>
                    <a:cubicBezTo>
                      <a:pt x="1418" y="805"/>
                      <a:pt x="1444" y="811"/>
                      <a:pt x="1464" y="823"/>
                    </a:cubicBezTo>
                    <a:cubicBezTo>
                      <a:pt x="1487" y="837"/>
                      <a:pt x="1506" y="864"/>
                      <a:pt x="1520" y="886"/>
                    </a:cubicBezTo>
                    <a:cubicBezTo>
                      <a:pt x="1529" y="902"/>
                      <a:pt x="1545" y="914"/>
                      <a:pt x="1553" y="930"/>
                    </a:cubicBezTo>
                    <a:cubicBezTo>
                      <a:pt x="1568" y="955"/>
                      <a:pt x="1562" y="962"/>
                      <a:pt x="1585" y="984"/>
                    </a:cubicBezTo>
                    <a:cubicBezTo>
                      <a:pt x="1625" y="1021"/>
                      <a:pt x="1660" y="1062"/>
                      <a:pt x="1693" y="1103"/>
                    </a:cubicBezTo>
                    <a:cubicBezTo>
                      <a:pt x="1715" y="1130"/>
                      <a:pt x="1744" y="1137"/>
                      <a:pt x="1767" y="1160"/>
                    </a:cubicBezTo>
                    <a:cubicBezTo>
                      <a:pt x="1783" y="1174"/>
                      <a:pt x="1794" y="1197"/>
                      <a:pt x="1806" y="1215"/>
                    </a:cubicBezTo>
                    <a:cubicBezTo>
                      <a:pt x="1830" y="1251"/>
                      <a:pt x="1839" y="1290"/>
                      <a:pt x="1874" y="1313"/>
                    </a:cubicBezTo>
                    <a:cubicBezTo>
                      <a:pt x="1889" y="1322"/>
                      <a:pt x="1903" y="1335"/>
                      <a:pt x="1920" y="1341"/>
                    </a:cubicBezTo>
                    <a:cubicBezTo>
                      <a:pt x="1939" y="1346"/>
                      <a:pt x="1957" y="1342"/>
                      <a:pt x="1975" y="1350"/>
                    </a:cubicBezTo>
                    <a:cubicBezTo>
                      <a:pt x="1996" y="1360"/>
                      <a:pt x="2001" y="1377"/>
                      <a:pt x="2018" y="1389"/>
                    </a:cubicBezTo>
                    <a:cubicBezTo>
                      <a:pt x="2035" y="1402"/>
                      <a:pt x="2059" y="1413"/>
                      <a:pt x="2079" y="1422"/>
                    </a:cubicBezTo>
                    <a:cubicBezTo>
                      <a:pt x="2121" y="1441"/>
                      <a:pt x="2158" y="1458"/>
                      <a:pt x="2204" y="1468"/>
                    </a:cubicBezTo>
                    <a:cubicBezTo>
                      <a:pt x="2233" y="1474"/>
                      <a:pt x="2263" y="1483"/>
                      <a:pt x="2293" y="1485"/>
                    </a:cubicBezTo>
                    <a:cubicBezTo>
                      <a:pt x="2321" y="1487"/>
                      <a:pt x="2344" y="1483"/>
                      <a:pt x="2370" y="1477"/>
                    </a:cubicBezTo>
                    <a:cubicBezTo>
                      <a:pt x="2422" y="1466"/>
                      <a:pt x="2475" y="1454"/>
                      <a:pt x="2526" y="1440"/>
                    </a:cubicBezTo>
                    <a:cubicBezTo>
                      <a:pt x="2587" y="1422"/>
                      <a:pt x="2651" y="1406"/>
                      <a:pt x="2712" y="1386"/>
                    </a:cubicBezTo>
                    <a:cubicBezTo>
                      <a:pt x="2747" y="1374"/>
                      <a:pt x="2761" y="1370"/>
                      <a:pt x="2788" y="1346"/>
                    </a:cubicBezTo>
                    <a:cubicBezTo>
                      <a:pt x="2856" y="1287"/>
                      <a:pt x="2944" y="1254"/>
                      <a:pt x="3010" y="1191"/>
                    </a:cubicBezTo>
                    <a:cubicBezTo>
                      <a:pt x="3032" y="1170"/>
                      <a:pt x="3036" y="1161"/>
                      <a:pt x="3067" y="1158"/>
                    </a:cubicBezTo>
                    <a:cubicBezTo>
                      <a:pt x="3106" y="1155"/>
                      <a:pt x="3130" y="1150"/>
                      <a:pt x="3164" y="1127"/>
                    </a:cubicBezTo>
                    <a:cubicBezTo>
                      <a:pt x="3206" y="1097"/>
                      <a:pt x="3262" y="1082"/>
                      <a:pt x="3299" y="1045"/>
                    </a:cubicBezTo>
                    <a:cubicBezTo>
                      <a:pt x="3332" y="1013"/>
                      <a:pt x="3362" y="965"/>
                      <a:pt x="3372" y="919"/>
                    </a:cubicBezTo>
                    <a:cubicBezTo>
                      <a:pt x="3387" y="852"/>
                      <a:pt x="3434" y="805"/>
                      <a:pt x="3500" y="785"/>
                    </a:cubicBezTo>
                    <a:cubicBezTo>
                      <a:pt x="3534" y="774"/>
                      <a:pt x="3571" y="778"/>
                      <a:pt x="3606" y="770"/>
                    </a:cubicBezTo>
                    <a:cubicBezTo>
                      <a:pt x="3656" y="757"/>
                      <a:pt x="3703" y="730"/>
                      <a:pt x="3750" y="710"/>
                    </a:cubicBezTo>
                    <a:cubicBezTo>
                      <a:pt x="3804" y="687"/>
                      <a:pt x="3848" y="643"/>
                      <a:pt x="3903" y="627"/>
                    </a:cubicBezTo>
                    <a:cubicBezTo>
                      <a:pt x="3932" y="618"/>
                      <a:pt x="3961" y="613"/>
                      <a:pt x="3991" y="613"/>
                    </a:cubicBezTo>
                    <a:cubicBezTo>
                      <a:pt x="4036" y="613"/>
                      <a:pt x="4057" y="628"/>
                      <a:pt x="4094" y="655"/>
                    </a:cubicBezTo>
                    <a:cubicBezTo>
                      <a:pt x="4127" y="678"/>
                      <a:pt x="4158" y="692"/>
                      <a:pt x="4196" y="704"/>
                    </a:cubicBezTo>
                    <a:cubicBezTo>
                      <a:pt x="4215" y="710"/>
                      <a:pt x="4230" y="710"/>
                      <a:pt x="4243" y="722"/>
                    </a:cubicBezTo>
                    <a:cubicBezTo>
                      <a:pt x="4273" y="748"/>
                      <a:pt x="4291" y="778"/>
                      <a:pt x="4333" y="792"/>
                    </a:cubicBezTo>
                    <a:cubicBezTo>
                      <a:pt x="4361" y="801"/>
                      <a:pt x="4389" y="798"/>
                      <a:pt x="4416" y="811"/>
                    </a:cubicBezTo>
                    <a:cubicBezTo>
                      <a:pt x="4436" y="820"/>
                      <a:pt x="4455" y="838"/>
                      <a:pt x="4471" y="853"/>
                    </a:cubicBezTo>
                    <a:cubicBezTo>
                      <a:pt x="4504" y="887"/>
                      <a:pt x="4536" y="936"/>
                      <a:pt x="4578" y="958"/>
                    </a:cubicBezTo>
                    <a:cubicBezTo>
                      <a:pt x="4625" y="982"/>
                      <a:pt x="4664" y="979"/>
                      <a:pt x="4708" y="953"/>
                    </a:cubicBezTo>
                    <a:cubicBezTo>
                      <a:pt x="4779" y="912"/>
                      <a:pt x="4855" y="868"/>
                      <a:pt x="4913" y="809"/>
                    </a:cubicBezTo>
                    <a:cubicBezTo>
                      <a:pt x="4980" y="742"/>
                      <a:pt x="5021" y="660"/>
                      <a:pt x="5108" y="613"/>
                    </a:cubicBezTo>
                    <a:cubicBezTo>
                      <a:pt x="5158" y="586"/>
                      <a:pt x="5217" y="513"/>
                      <a:pt x="5278" y="526"/>
                    </a:cubicBezTo>
                    <a:cubicBezTo>
                      <a:pt x="5308" y="532"/>
                      <a:pt x="5328" y="559"/>
                      <a:pt x="5361" y="560"/>
                    </a:cubicBezTo>
                    <a:cubicBezTo>
                      <a:pt x="5378" y="561"/>
                      <a:pt x="5386" y="556"/>
                      <a:pt x="5401" y="549"/>
                    </a:cubicBezTo>
                    <a:cubicBezTo>
                      <a:pt x="5459" y="522"/>
                      <a:pt x="5511" y="481"/>
                      <a:pt x="5564" y="446"/>
                    </a:cubicBezTo>
                    <a:cubicBezTo>
                      <a:pt x="5608" y="417"/>
                      <a:pt x="5652" y="385"/>
                      <a:pt x="5699" y="360"/>
                    </a:cubicBezTo>
                    <a:cubicBezTo>
                      <a:pt x="5746" y="334"/>
                      <a:pt x="5792" y="312"/>
                      <a:pt x="5834" y="277"/>
                    </a:cubicBezTo>
                    <a:cubicBezTo>
                      <a:pt x="5943" y="187"/>
                      <a:pt x="6063" y="96"/>
                      <a:pt x="6195" y="43"/>
                    </a:cubicBezTo>
                    <a:cubicBezTo>
                      <a:pt x="6262" y="15"/>
                      <a:pt x="6337" y="5"/>
                      <a:pt x="6409" y="3"/>
                    </a:cubicBezTo>
                    <a:cubicBezTo>
                      <a:pt x="6476" y="0"/>
                      <a:pt x="6555" y="-7"/>
                      <a:pt x="6607" y="44"/>
                    </a:cubicBezTo>
                    <a:cubicBezTo>
                      <a:pt x="6666" y="103"/>
                      <a:pt x="6710" y="177"/>
                      <a:pt x="6770" y="235"/>
                    </a:cubicBezTo>
                    <a:cubicBezTo>
                      <a:pt x="6792" y="257"/>
                      <a:pt x="6817" y="261"/>
                      <a:pt x="6848" y="252"/>
                    </a:cubicBezTo>
                    <a:cubicBezTo>
                      <a:pt x="6864" y="248"/>
                      <a:pt x="6879" y="237"/>
                      <a:pt x="6897" y="232"/>
                    </a:cubicBezTo>
                    <a:cubicBezTo>
                      <a:pt x="6913" y="228"/>
                      <a:pt x="6930" y="226"/>
                      <a:pt x="6946" y="222"/>
                    </a:cubicBezTo>
                    <a:cubicBezTo>
                      <a:pt x="6987" y="211"/>
                      <a:pt x="7080" y="174"/>
                      <a:pt x="7117" y="211"/>
                    </a:cubicBezTo>
                    <a:lnTo>
                      <a:pt x="7117" y="3664"/>
                    </a:lnTo>
                    <a:lnTo>
                      <a:pt x="0" y="3664"/>
                    </a:lnTo>
                    <a:lnTo>
                      <a:pt x="0" y="39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66" name="Google Shape;266;p1"/>
              <p:cNvSpPr/>
              <p:nvPr/>
            </p:nvSpPr>
            <p:spPr>
              <a:xfrm>
                <a:off x="1402920" y="2036160"/>
                <a:ext cx="2229840" cy="474840"/>
              </a:xfrm>
              <a:custGeom>
                <a:rect b="b" l="l" r="r" t="t"/>
                <a:pathLst>
                  <a:path extrusionOk="0" h="1556" w="7165">
                    <a:moveTo>
                      <a:pt x="2330" y="1556"/>
                    </a:moveTo>
                    <a:cubicBezTo>
                      <a:pt x="2324" y="1556"/>
                      <a:pt x="2319" y="1556"/>
                      <a:pt x="2313" y="1555"/>
                    </a:cubicBezTo>
                    <a:cubicBezTo>
                      <a:pt x="2287" y="1553"/>
                      <a:pt x="2261" y="1547"/>
                      <a:pt x="2237" y="1541"/>
                    </a:cubicBezTo>
                    <a:cubicBezTo>
                      <a:pt x="2231" y="1540"/>
                      <a:pt x="2225" y="1539"/>
                      <a:pt x="2219" y="1537"/>
                    </a:cubicBezTo>
                    <a:cubicBezTo>
                      <a:pt x="2171" y="1527"/>
                      <a:pt x="2132" y="1509"/>
                      <a:pt x="2091" y="1491"/>
                    </a:cubicBezTo>
                    <a:lnTo>
                      <a:pt x="2087" y="1489"/>
                    </a:lnTo>
                    <a:cubicBezTo>
                      <a:pt x="2065" y="1479"/>
                      <a:pt x="2039" y="1467"/>
                      <a:pt x="2019" y="1452"/>
                    </a:cubicBezTo>
                    <a:cubicBezTo>
                      <a:pt x="2009" y="1445"/>
                      <a:pt x="2002" y="1437"/>
                      <a:pt x="1997" y="1430"/>
                    </a:cubicBezTo>
                    <a:cubicBezTo>
                      <a:pt x="1991" y="1423"/>
                      <a:pt x="1988" y="1420"/>
                      <a:pt x="1983" y="1417"/>
                    </a:cubicBezTo>
                    <a:cubicBezTo>
                      <a:pt x="1979" y="1415"/>
                      <a:pt x="1973" y="1415"/>
                      <a:pt x="1964" y="1414"/>
                    </a:cubicBezTo>
                    <a:cubicBezTo>
                      <a:pt x="1955" y="1414"/>
                      <a:pt x="1944" y="1413"/>
                      <a:pt x="1932" y="1409"/>
                    </a:cubicBezTo>
                    <a:cubicBezTo>
                      <a:pt x="1914" y="1404"/>
                      <a:pt x="1900" y="1393"/>
                      <a:pt x="1888" y="1385"/>
                    </a:cubicBezTo>
                    <a:cubicBezTo>
                      <a:pt x="1884" y="1382"/>
                      <a:pt x="1881" y="1379"/>
                      <a:pt x="1877" y="1377"/>
                    </a:cubicBezTo>
                    <a:cubicBezTo>
                      <a:pt x="1845" y="1356"/>
                      <a:pt x="1830" y="1326"/>
                      <a:pt x="1816" y="1300"/>
                    </a:cubicBezTo>
                    <a:cubicBezTo>
                      <a:pt x="1811" y="1289"/>
                      <a:pt x="1805" y="1279"/>
                      <a:pt x="1799" y="1269"/>
                    </a:cubicBezTo>
                    <a:cubicBezTo>
                      <a:pt x="1795" y="1264"/>
                      <a:pt x="1792" y="1259"/>
                      <a:pt x="1789" y="1253"/>
                    </a:cubicBezTo>
                    <a:cubicBezTo>
                      <a:pt x="1781" y="1240"/>
                      <a:pt x="1773" y="1227"/>
                      <a:pt x="1765" y="1220"/>
                    </a:cubicBezTo>
                    <a:cubicBezTo>
                      <a:pt x="1758" y="1213"/>
                      <a:pt x="1749" y="1207"/>
                      <a:pt x="1739" y="1201"/>
                    </a:cubicBezTo>
                    <a:cubicBezTo>
                      <a:pt x="1723" y="1191"/>
                      <a:pt x="1704" y="1180"/>
                      <a:pt x="1688" y="1160"/>
                    </a:cubicBezTo>
                    <a:cubicBezTo>
                      <a:pt x="1659" y="1124"/>
                      <a:pt x="1624" y="1082"/>
                      <a:pt x="1584" y="1045"/>
                    </a:cubicBezTo>
                    <a:cubicBezTo>
                      <a:pt x="1564" y="1027"/>
                      <a:pt x="1558" y="1014"/>
                      <a:pt x="1552" y="998"/>
                    </a:cubicBezTo>
                    <a:cubicBezTo>
                      <a:pt x="1550" y="993"/>
                      <a:pt x="1549" y="988"/>
                      <a:pt x="1545" y="982"/>
                    </a:cubicBezTo>
                    <a:cubicBezTo>
                      <a:pt x="1542" y="977"/>
                      <a:pt x="1537" y="971"/>
                      <a:pt x="1532" y="965"/>
                    </a:cubicBezTo>
                    <a:cubicBezTo>
                      <a:pt x="1526" y="958"/>
                      <a:pt x="1518" y="950"/>
                      <a:pt x="1512" y="939"/>
                    </a:cubicBezTo>
                    <a:cubicBezTo>
                      <a:pt x="1498" y="915"/>
                      <a:pt x="1481" y="897"/>
                      <a:pt x="1468" y="888"/>
                    </a:cubicBezTo>
                    <a:cubicBezTo>
                      <a:pt x="1460" y="884"/>
                      <a:pt x="1450" y="880"/>
                      <a:pt x="1440" y="876"/>
                    </a:cubicBezTo>
                    <a:cubicBezTo>
                      <a:pt x="1428" y="871"/>
                      <a:pt x="1415" y="866"/>
                      <a:pt x="1402" y="859"/>
                    </a:cubicBezTo>
                    <a:cubicBezTo>
                      <a:pt x="1396" y="855"/>
                      <a:pt x="1390" y="853"/>
                      <a:pt x="1383" y="850"/>
                    </a:cubicBezTo>
                    <a:cubicBezTo>
                      <a:pt x="1366" y="843"/>
                      <a:pt x="1344" y="834"/>
                      <a:pt x="1328" y="811"/>
                    </a:cubicBezTo>
                    <a:cubicBezTo>
                      <a:pt x="1322" y="803"/>
                      <a:pt x="1320" y="795"/>
                      <a:pt x="1319" y="788"/>
                    </a:cubicBezTo>
                    <a:cubicBezTo>
                      <a:pt x="1318" y="787"/>
                      <a:pt x="1317" y="787"/>
                      <a:pt x="1316" y="786"/>
                    </a:cubicBezTo>
                    <a:cubicBezTo>
                      <a:pt x="1313" y="784"/>
                      <a:pt x="1311" y="781"/>
                      <a:pt x="1309" y="780"/>
                    </a:cubicBezTo>
                    <a:cubicBezTo>
                      <a:pt x="1283" y="756"/>
                      <a:pt x="1277" y="740"/>
                      <a:pt x="1268" y="715"/>
                    </a:cubicBezTo>
                    <a:lnTo>
                      <a:pt x="1267" y="712"/>
                    </a:lnTo>
                    <a:cubicBezTo>
                      <a:pt x="1261" y="696"/>
                      <a:pt x="1252" y="681"/>
                      <a:pt x="1240" y="667"/>
                    </a:cubicBezTo>
                    <a:cubicBezTo>
                      <a:pt x="1234" y="659"/>
                      <a:pt x="1228" y="652"/>
                      <a:pt x="1223" y="645"/>
                    </a:cubicBezTo>
                    <a:cubicBezTo>
                      <a:pt x="1222" y="643"/>
                      <a:pt x="1220" y="640"/>
                      <a:pt x="1218" y="638"/>
                    </a:cubicBezTo>
                    <a:cubicBezTo>
                      <a:pt x="1212" y="630"/>
                      <a:pt x="1207" y="620"/>
                      <a:pt x="1202" y="610"/>
                    </a:cubicBezTo>
                    <a:cubicBezTo>
                      <a:pt x="1199" y="605"/>
                      <a:pt x="1195" y="596"/>
                      <a:pt x="1192" y="592"/>
                    </a:cubicBezTo>
                    <a:cubicBezTo>
                      <a:pt x="1188" y="591"/>
                      <a:pt x="1179" y="590"/>
                      <a:pt x="1174" y="589"/>
                    </a:cubicBezTo>
                    <a:cubicBezTo>
                      <a:pt x="1166" y="588"/>
                      <a:pt x="1157" y="587"/>
                      <a:pt x="1149" y="585"/>
                    </a:cubicBezTo>
                    <a:cubicBezTo>
                      <a:pt x="1123" y="577"/>
                      <a:pt x="1109" y="567"/>
                      <a:pt x="1095" y="558"/>
                    </a:cubicBezTo>
                    <a:cubicBezTo>
                      <a:pt x="1089" y="554"/>
                      <a:pt x="1083" y="550"/>
                      <a:pt x="1076" y="545"/>
                    </a:cubicBezTo>
                    <a:cubicBezTo>
                      <a:pt x="1054" y="533"/>
                      <a:pt x="1030" y="529"/>
                      <a:pt x="997" y="531"/>
                    </a:cubicBezTo>
                    <a:cubicBezTo>
                      <a:pt x="990" y="532"/>
                      <a:pt x="982" y="535"/>
                      <a:pt x="973" y="539"/>
                    </a:cubicBezTo>
                    <a:cubicBezTo>
                      <a:pt x="965" y="543"/>
                      <a:pt x="956" y="547"/>
                      <a:pt x="945" y="550"/>
                    </a:cubicBezTo>
                    <a:cubicBezTo>
                      <a:pt x="927" y="555"/>
                      <a:pt x="909" y="557"/>
                      <a:pt x="892" y="558"/>
                    </a:cubicBezTo>
                    <a:cubicBezTo>
                      <a:pt x="876" y="560"/>
                      <a:pt x="861" y="561"/>
                      <a:pt x="848" y="565"/>
                    </a:cubicBezTo>
                    <a:cubicBezTo>
                      <a:pt x="833" y="570"/>
                      <a:pt x="818" y="575"/>
                      <a:pt x="804" y="579"/>
                    </a:cubicBezTo>
                    <a:cubicBezTo>
                      <a:pt x="762" y="593"/>
                      <a:pt x="720" y="608"/>
                      <a:pt x="669" y="608"/>
                    </a:cubicBezTo>
                    <a:cubicBezTo>
                      <a:pt x="668" y="608"/>
                      <a:pt x="667" y="608"/>
                      <a:pt x="665" y="608"/>
                    </a:cubicBezTo>
                    <a:cubicBezTo>
                      <a:pt x="660" y="608"/>
                      <a:pt x="656" y="608"/>
                      <a:pt x="651" y="608"/>
                    </a:cubicBezTo>
                    <a:cubicBezTo>
                      <a:pt x="608" y="608"/>
                      <a:pt x="568" y="608"/>
                      <a:pt x="522" y="585"/>
                    </a:cubicBezTo>
                    <a:lnTo>
                      <a:pt x="515" y="582"/>
                    </a:lnTo>
                    <a:cubicBezTo>
                      <a:pt x="497" y="573"/>
                      <a:pt x="475" y="562"/>
                      <a:pt x="459" y="547"/>
                    </a:cubicBezTo>
                    <a:cubicBezTo>
                      <a:pt x="447" y="537"/>
                      <a:pt x="440" y="524"/>
                      <a:pt x="435" y="514"/>
                    </a:cubicBezTo>
                    <a:cubicBezTo>
                      <a:pt x="432" y="508"/>
                      <a:pt x="429" y="502"/>
                      <a:pt x="426" y="499"/>
                    </a:cubicBezTo>
                    <a:cubicBezTo>
                      <a:pt x="417" y="491"/>
                      <a:pt x="408" y="483"/>
                      <a:pt x="400" y="476"/>
                    </a:cubicBezTo>
                    <a:cubicBezTo>
                      <a:pt x="386" y="464"/>
                      <a:pt x="371" y="451"/>
                      <a:pt x="357" y="437"/>
                    </a:cubicBezTo>
                    <a:cubicBezTo>
                      <a:pt x="340" y="420"/>
                      <a:pt x="321" y="410"/>
                      <a:pt x="299" y="399"/>
                    </a:cubicBezTo>
                    <a:cubicBezTo>
                      <a:pt x="287" y="393"/>
                      <a:pt x="275" y="387"/>
                      <a:pt x="263" y="379"/>
                    </a:cubicBezTo>
                    <a:cubicBezTo>
                      <a:pt x="240" y="366"/>
                      <a:pt x="220" y="369"/>
                      <a:pt x="183" y="376"/>
                    </a:cubicBezTo>
                    <a:cubicBezTo>
                      <a:pt x="178" y="377"/>
                      <a:pt x="173" y="378"/>
                      <a:pt x="168" y="379"/>
                    </a:cubicBezTo>
                    <a:cubicBezTo>
                      <a:pt x="156" y="382"/>
                      <a:pt x="138" y="393"/>
                      <a:pt x="124" y="402"/>
                    </a:cubicBezTo>
                    <a:lnTo>
                      <a:pt x="118" y="406"/>
                    </a:lnTo>
                    <a:cubicBezTo>
                      <a:pt x="114" y="408"/>
                      <a:pt x="110" y="411"/>
                      <a:pt x="105" y="413"/>
                    </a:cubicBezTo>
                    <a:cubicBezTo>
                      <a:pt x="97" y="418"/>
                      <a:pt x="74" y="431"/>
                      <a:pt x="69" y="437"/>
                    </a:cubicBezTo>
                    <a:cubicBezTo>
                      <a:pt x="70" y="436"/>
                      <a:pt x="72" y="432"/>
                      <a:pt x="71" y="427"/>
                    </a:cubicBezTo>
                    <a:lnTo>
                      <a:pt x="1" y="435"/>
                    </a:lnTo>
                    <a:cubicBezTo>
                      <a:pt x="-4" y="393"/>
                      <a:pt x="41" y="368"/>
                      <a:pt x="71" y="351"/>
                    </a:cubicBezTo>
                    <a:cubicBezTo>
                      <a:pt x="74" y="349"/>
                      <a:pt x="78" y="348"/>
                      <a:pt x="80" y="346"/>
                    </a:cubicBezTo>
                    <a:lnTo>
                      <a:pt x="86" y="342"/>
                    </a:lnTo>
                    <a:cubicBezTo>
                      <a:pt x="105" y="330"/>
                      <a:pt x="129" y="315"/>
                      <a:pt x="155" y="310"/>
                    </a:cubicBezTo>
                    <a:cubicBezTo>
                      <a:pt x="160" y="309"/>
                      <a:pt x="164" y="308"/>
                      <a:pt x="169" y="307"/>
                    </a:cubicBezTo>
                    <a:cubicBezTo>
                      <a:pt x="208" y="299"/>
                      <a:pt x="252" y="290"/>
                      <a:pt x="299" y="318"/>
                    </a:cubicBezTo>
                    <a:cubicBezTo>
                      <a:pt x="310" y="325"/>
                      <a:pt x="321" y="330"/>
                      <a:pt x="331" y="335"/>
                    </a:cubicBezTo>
                    <a:cubicBezTo>
                      <a:pt x="357" y="348"/>
                      <a:pt x="383" y="362"/>
                      <a:pt x="407" y="387"/>
                    </a:cubicBezTo>
                    <a:cubicBezTo>
                      <a:pt x="420" y="400"/>
                      <a:pt x="433" y="411"/>
                      <a:pt x="446" y="422"/>
                    </a:cubicBezTo>
                    <a:cubicBezTo>
                      <a:pt x="455" y="430"/>
                      <a:pt x="465" y="438"/>
                      <a:pt x="474" y="447"/>
                    </a:cubicBezTo>
                    <a:cubicBezTo>
                      <a:pt x="487" y="458"/>
                      <a:pt x="493" y="471"/>
                      <a:pt x="498" y="481"/>
                    </a:cubicBezTo>
                    <a:cubicBezTo>
                      <a:pt x="501" y="487"/>
                      <a:pt x="504" y="493"/>
                      <a:pt x="506" y="495"/>
                    </a:cubicBezTo>
                    <a:cubicBezTo>
                      <a:pt x="515" y="503"/>
                      <a:pt x="534" y="512"/>
                      <a:pt x="547" y="519"/>
                    </a:cubicBezTo>
                    <a:lnTo>
                      <a:pt x="554" y="522"/>
                    </a:lnTo>
                    <a:cubicBezTo>
                      <a:pt x="584" y="537"/>
                      <a:pt x="612" y="537"/>
                      <a:pt x="651" y="537"/>
                    </a:cubicBezTo>
                    <a:cubicBezTo>
                      <a:pt x="657" y="537"/>
                      <a:pt x="663" y="537"/>
                      <a:pt x="669" y="537"/>
                    </a:cubicBezTo>
                    <a:lnTo>
                      <a:pt x="669" y="537"/>
                    </a:lnTo>
                    <a:cubicBezTo>
                      <a:pt x="708" y="537"/>
                      <a:pt x="742" y="525"/>
                      <a:pt x="781" y="512"/>
                    </a:cubicBezTo>
                    <a:cubicBezTo>
                      <a:pt x="796" y="507"/>
                      <a:pt x="812" y="502"/>
                      <a:pt x="828" y="497"/>
                    </a:cubicBezTo>
                    <a:cubicBezTo>
                      <a:pt x="848" y="491"/>
                      <a:pt x="868" y="489"/>
                      <a:pt x="885" y="488"/>
                    </a:cubicBezTo>
                    <a:cubicBezTo>
                      <a:pt x="900" y="486"/>
                      <a:pt x="914" y="485"/>
                      <a:pt x="926" y="482"/>
                    </a:cubicBezTo>
                    <a:cubicBezTo>
                      <a:pt x="932" y="480"/>
                      <a:pt x="938" y="477"/>
                      <a:pt x="944" y="474"/>
                    </a:cubicBezTo>
                    <a:cubicBezTo>
                      <a:pt x="957" y="469"/>
                      <a:pt x="972" y="462"/>
                      <a:pt x="992" y="460"/>
                    </a:cubicBezTo>
                    <a:cubicBezTo>
                      <a:pt x="1039" y="457"/>
                      <a:pt x="1077" y="464"/>
                      <a:pt x="1111" y="484"/>
                    </a:cubicBezTo>
                    <a:cubicBezTo>
                      <a:pt x="1122" y="490"/>
                      <a:pt x="1130" y="495"/>
                      <a:pt x="1136" y="500"/>
                    </a:cubicBezTo>
                    <a:cubicBezTo>
                      <a:pt x="1148" y="508"/>
                      <a:pt x="1154" y="512"/>
                      <a:pt x="1169" y="517"/>
                    </a:cubicBezTo>
                    <a:cubicBezTo>
                      <a:pt x="1172" y="517"/>
                      <a:pt x="1178" y="518"/>
                      <a:pt x="1183" y="519"/>
                    </a:cubicBezTo>
                    <a:cubicBezTo>
                      <a:pt x="1201" y="521"/>
                      <a:pt x="1221" y="524"/>
                      <a:pt x="1236" y="536"/>
                    </a:cubicBezTo>
                    <a:cubicBezTo>
                      <a:pt x="1249" y="546"/>
                      <a:pt x="1257" y="562"/>
                      <a:pt x="1265" y="578"/>
                    </a:cubicBezTo>
                    <a:cubicBezTo>
                      <a:pt x="1268" y="584"/>
                      <a:pt x="1272" y="592"/>
                      <a:pt x="1275" y="595"/>
                    </a:cubicBezTo>
                    <a:cubicBezTo>
                      <a:pt x="1277" y="598"/>
                      <a:pt x="1279" y="601"/>
                      <a:pt x="1281" y="604"/>
                    </a:cubicBezTo>
                    <a:cubicBezTo>
                      <a:pt x="1285" y="610"/>
                      <a:pt x="1289" y="615"/>
                      <a:pt x="1294" y="621"/>
                    </a:cubicBezTo>
                    <a:cubicBezTo>
                      <a:pt x="1312" y="642"/>
                      <a:pt x="1325" y="664"/>
                      <a:pt x="1334" y="688"/>
                    </a:cubicBezTo>
                    <a:lnTo>
                      <a:pt x="1335" y="691"/>
                    </a:lnTo>
                    <a:cubicBezTo>
                      <a:pt x="1342" y="713"/>
                      <a:pt x="1343" y="716"/>
                      <a:pt x="1356" y="727"/>
                    </a:cubicBezTo>
                    <a:cubicBezTo>
                      <a:pt x="1357" y="728"/>
                      <a:pt x="1359" y="729"/>
                      <a:pt x="1361" y="731"/>
                    </a:cubicBezTo>
                    <a:cubicBezTo>
                      <a:pt x="1370" y="738"/>
                      <a:pt x="1377" y="744"/>
                      <a:pt x="1381" y="750"/>
                    </a:cubicBezTo>
                    <a:cubicBezTo>
                      <a:pt x="1387" y="759"/>
                      <a:pt x="1389" y="768"/>
                      <a:pt x="1390" y="774"/>
                    </a:cubicBezTo>
                    <a:cubicBezTo>
                      <a:pt x="1394" y="778"/>
                      <a:pt x="1401" y="780"/>
                      <a:pt x="1410" y="784"/>
                    </a:cubicBezTo>
                    <a:cubicBezTo>
                      <a:pt x="1419" y="788"/>
                      <a:pt x="1428" y="792"/>
                      <a:pt x="1438" y="798"/>
                    </a:cubicBezTo>
                    <a:cubicBezTo>
                      <a:pt x="1446" y="802"/>
                      <a:pt x="1455" y="806"/>
                      <a:pt x="1465" y="810"/>
                    </a:cubicBezTo>
                    <a:cubicBezTo>
                      <a:pt x="1479" y="815"/>
                      <a:pt x="1492" y="820"/>
                      <a:pt x="1505" y="828"/>
                    </a:cubicBezTo>
                    <a:cubicBezTo>
                      <a:pt x="1535" y="847"/>
                      <a:pt x="1558" y="879"/>
                      <a:pt x="1573" y="903"/>
                    </a:cubicBezTo>
                    <a:cubicBezTo>
                      <a:pt x="1576" y="907"/>
                      <a:pt x="1581" y="913"/>
                      <a:pt x="1585" y="918"/>
                    </a:cubicBezTo>
                    <a:cubicBezTo>
                      <a:pt x="1593" y="927"/>
                      <a:pt x="1601" y="936"/>
                      <a:pt x="1607" y="947"/>
                    </a:cubicBezTo>
                    <a:cubicBezTo>
                      <a:pt x="1613" y="959"/>
                      <a:pt x="1617" y="967"/>
                      <a:pt x="1619" y="974"/>
                    </a:cubicBezTo>
                    <a:cubicBezTo>
                      <a:pt x="1622" y="982"/>
                      <a:pt x="1623" y="985"/>
                      <a:pt x="1632" y="993"/>
                    </a:cubicBezTo>
                    <a:cubicBezTo>
                      <a:pt x="1676" y="1033"/>
                      <a:pt x="1713" y="1078"/>
                      <a:pt x="1744" y="1116"/>
                    </a:cubicBezTo>
                    <a:cubicBezTo>
                      <a:pt x="1752" y="1126"/>
                      <a:pt x="1762" y="1133"/>
                      <a:pt x="1776" y="1140"/>
                    </a:cubicBezTo>
                    <a:cubicBezTo>
                      <a:pt x="1788" y="1148"/>
                      <a:pt x="1802" y="1156"/>
                      <a:pt x="1815" y="1169"/>
                    </a:cubicBezTo>
                    <a:cubicBezTo>
                      <a:pt x="1829" y="1183"/>
                      <a:pt x="1840" y="1201"/>
                      <a:pt x="1849" y="1216"/>
                    </a:cubicBezTo>
                    <a:cubicBezTo>
                      <a:pt x="1852" y="1221"/>
                      <a:pt x="1855" y="1226"/>
                      <a:pt x="1858" y="1231"/>
                    </a:cubicBezTo>
                    <a:cubicBezTo>
                      <a:pt x="1867" y="1244"/>
                      <a:pt x="1873" y="1256"/>
                      <a:pt x="1879" y="1269"/>
                    </a:cubicBezTo>
                    <a:cubicBezTo>
                      <a:pt x="1891" y="1290"/>
                      <a:pt x="1900" y="1307"/>
                      <a:pt x="1916" y="1318"/>
                    </a:cubicBezTo>
                    <a:cubicBezTo>
                      <a:pt x="1921" y="1321"/>
                      <a:pt x="1926" y="1324"/>
                      <a:pt x="1930" y="1328"/>
                    </a:cubicBezTo>
                    <a:cubicBezTo>
                      <a:pt x="1938" y="1334"/>
                      <a:pt x="1946" y="1339"/>
                      <a:pt x="1953" y="1342"/>
                    </a:cubicBezTo>
                    <a:cubicBezTo>
                      <a:pt x="1957" y="1343"/>
                      <a:pt x="1963" y="1343"/>
                      <a:pt x="1969" y="1344"/>
                    </a:cubicBezTo>
                    <a:cubicBezTo>
                      <a:pt x="1981" y="1345"/>
                      <a:pt x="1996" y="1346"/>
                      <a:pt x="2013" y="1353"/>
                    </a:cubicBezTo>
                    <a:cubicBezTo>
                      <a:pt x="2032" y="1362"/>
                      <a:pt x="2043" y="1375"/>
                      <a:pt x="2051" y="1385"/>
                    </a:cubicBezTo>
                    <a:cubicBezTo>
                      <a:pt x="2055" y="1389"/>
                      <a:pt x="2058" y="1393"/>
                      <a:pt x="2062" y="1396"/>
                    </a:cubicBezTo>
                    <a:cubicBezTo>
                      <a:pt x="2076" y="1406"/>
                      <a:pt x="2098" y="1417"/>
                      <a:pt x="2116" y="1425"/>
                    </a:cubicBezTo>
                    <a:lnTo>
                      <a:pt x="2120" y="1426"/>
                    </a:lnTo>
                    <a:cubicBezTo>
                      <a:pt x="2159" y="1444"/>
                      <a:pt x="2193" y="1459"/>
                      <a:pt x="2234" y="1468"/>
                    </a:cubicBezTo>
                    <a:cubicBezTo>
                      <a:pt x="2240" y="1470"/>
                      <a:pt x="2247" y="1471"/>
                      <a:pt x="2253" y="1473"/>
                    </a:cubicBezTo>
                    <a:cubicBezTo>
                      <a:pt x="2275" y="1478"/>
                      <a:pt x="2298" y="1483"/>
                      <a:pt x="2318" y="1485"/>
                    </a:cubicBezTo>
                    <a:cubicBezTo>
                      <a:pt x="2341" y="1486"/>
                      <a:pt x="2359" y="1483"/>
                      <a:pt x="2385" y="1477"/>
                    </a:cubicBezTo>
                    <a:cubicBezTo>
                      <a:pt x="2442" y="1465"/>
                      <a:pt x="2493" y="1453"/>
                      <a:pt x="2539" y="1440"/>
                    </a:cubicBezTo>
                    <a:cubicBezTo>
                      <a:pt x="2554" y="1436"/>
                      <a:pt x="2569" y="1432"/>
                      <a:pt x="2585" y="1428"/>
                    </a:cubicBezTo>
                    <a:cubicBezTo>
                      <a:pt x="2631" y="1415"/>
                      <a:pt x="2678" y="1402"/>
                      <a:pt x="2723" y="1387"/>
                    </a:cubicBezTo>
                    <a:cubicBezTo>
                      <a:pt x="2756" y="1376"/>
                      <a:pt x="2765" y="1373"/>
                      <a:pt x="2787" y="1354"/>
                    </a:cubicBezTo>
                    <a:cubicBezTo>
                      <a:pt x="2821" y="1325"/>
                      <a:pt x="2859" y="1302"/>
                      <a:pt x="2896" y="1280"/>
                    </a:cubicBezTo>
                    <a:cubicBezTo>
                      <a:pt x="2937" y="1255"/>
                      <a:pt x="2976" y="1232"/>
                      <a:pt x="3009" y="1201"/>
                    </a:cubicBezTo>
                    <a:cubicBezTo>
                      <a:pt x="3012" y="1197"/>
                      <a:pt x="3015" y="1194"/>
                      <a:pt x="3018" y="1192"/>
                    </a:cubicBezTo>
                    <a:cubicBezTo>
                      <a:pt x="3036" y="1173"/>
                      <a:pt x="3050" y="1161"/>
                      <a:pt x="3087" y="1158"/>
                    </a:cubicBezTo>
                    <a:cubicBezTo>
                      <a:pt x="3122" y="1155"/>
                      <a:pt x="3139" y="1152"/>
                      <a:pt x="3166" y="1133"/>
                    </a:cubicBezTo>
                    <a:cubicBezTo>
                      <a:pt x="3185" y="1119"/>
                      <a:pt x="3206" y="1109"/>
                      <a:pt x="3227" y="1099"/>
                    </a:cubicBezTo>
                    <a:cubicBezTo>
                      <a:pt x="3254" y="1085"/>
                      <a:pt x="3279" y="1073"/>
                      <a:pt x="3297" y="1055"/>
                    </a:cubicBezTo>
                    <a:cubicBezTo>
                      <a:pt x="3328" y="1025"/>
                      <a:pt x="3353" y="982"/>
                      <a:pt x="3360" y="946"/>
                    </a:cubicBezTo>
                    <a:cubicBezTo>
                      <a:pt x="3377" y="869"/>
                      <a:pt x="3432" y="810"/>
                      <a:pt x="3512" y="786"/>
                    </a:cubicBezTo>
                    <a:cubicBezTo>
                      <a:pt x="3534" y="779"/>
                      <a:pt x="3555" y="777"/>
                      <a:pt x="3576" y="776"/>
                    </a:cubicBezTo>
                    <a:cubicBezTo>
                      <a:pt x="3591" y="775"/>
                      <a:pt x="3606" y="773"/>
                      <a:pt x="3620" y="770"/>
                    </a:cubicBezTo>
                    <a:cubicBezTo>
                      <a:pt x="3651" y="762"/>
                      <a:pt x="3681" y="748"/>
                      <a:pt x="3713" y="733"/>
                    </a:cubicBezTo>
                    <a:cubicBezTo>
                      <a:pt x="3728" y="726"/>
                      <a:pt x="3743" y="719"/>
                      <a:pt x="3759" y="712"/>
                    </a:cubicBezTo>
                    <a:cubicBezTo>
                      <a:pt x="3780" y="703"/>
                      <a:pt x="3800" y="690"/>
                      <a:pt x="3821" y="677"/>
                    </a:cubicBezTo>
                    <a:cubicBezTo>
                      <a:pt x="3850" y="658"/>
                      <a:pt x="3880" y="638"/>
                      <a:pt x="3916" y="628"/>
                    </a:cubicBezTo>
                    <a:cubicBezTo>
                      <a:pt x="3949" y="618"/>
                      <a:pt x="3981" y="613"/>
                      <a:pt x="4013" y="613"/>
                    </a:cubicBezTo>
                    <a:cubicBezTo>
                      <a:pt x="4014" y="613"/>
                      <a:pt x="4014" y="613"/>
                      <a:pt x="4014" y="613"/>
                    </a:cubicBezTo>
                    <a:cubicBezTo>
                      <a:pt x="4069" y="613"/>
                      <a:pt x="4097" y="632"/>
                      <a:pt x="4134" y="659"/>
                    </a:cubicBezTo>
                    <a:lnTo>
                      <a:pt x="4137" y="661"/>
                    </a:lnTo>
                    <a:cubicBezTo>
                      <a:pt x="4164" y="680"/>
                      <a:pt x="4192" y="693"/>
                      <a:pt x="4229" y="705"/>
                    </a:cubicBezTo>
                    <a:cubicBezTo>
                      <a:pt x="4234" y="707"/>
                      <a:pt x="4238" y="708"/>
                      <a:pt x="4243" y="709"/>
                    </a:cubicBezTo>
                    <a:cubicBezTo>
                      <a:pt x="4257" y="712"/>
                      <a:pt x="4274" y="716"/>
                      <a:pt x="4289" y="730"/>
                    </a:cubicBezTo>
                    <a:cubicBezTo>
                      <a:pt x="4299" y="738"/>
                      <a:pt x="4306" y="746"/>
                      <a:pt x="4314" y="754"/>
                    </a:cubicBezTo>
                    <a:cubicBezTo>
                      <a:pt x="4331" y="772"/>
                      <a:pt x="4345" y="786"/>
                      <a:pt x="4367" y="793"/>
                    </a:cubicBezTo>
                    <a:cubicBezTo>
                      <a:pt x="4376" y="796"/>
                      <a:pt x="4386" y="798"/>
                      <a:pt x="4397" y="799"/>
                    </a:cubicBezTo>
                    <a:cubicBezTo>
                      <a:pt x="4414" y="802"/>
                      <a:pt x="4434" y="804"/>
                      <a:pt x="4454" y="814"/>
                    </a:cubicBezTo>
                    <a:cubicBezTo>
                      <a:pt x="4478" y="825"/>
                      <a:pt x="4499" y="844"/>
                      <a:pt x="4518" y="863"/>
                    </a:cubicBezTo>
                    <a:cubicBezTo>
                      <a:pt x="4530" y="875"/>
                      <a:pt x="4542" y="888"/>
                      <a:pt x="4553" y="901"/>
                    </a:cubicBezTo>
                    <a:cubicBezTo>
                      <a:pt x="4573" y="925"/>
                      <a:pt x="4594" y="950"/>
                      <a:pt x="4617" y="961"/>
                    </a:cubicBezTo>
                    <a:cubicBezTo>
                      <a:pt x="4652" y="979"/>
                      <a:pt x="4678" y="978"/>
                      <a:pt x="4712" y="958"/>
                    </a:cubicBezTo>
                    <a:lnTo>
                      <a:pt x="4716" y="955"/>
                    </a:lnTo>
                    <a:cubicBezTo>
                      <a:pt x="4785" y="915"/>
                      <a:pt x="4857" y="873"/>
                      <a:pt x="4911" y="819"/>
                    </a:cubicBezTo>
                    <a:cubicBezTo>
                      <a:pt x="4932" y="797"/>
                      <a:pt x="4952" y="773"/>
                      <a:pt x="4970" y="750"/>
                    </a:cubicBezTo>
                    <a:cubicBezTo>
                      <a:pt x="5009" y="701"/>
                      <a:pt x="5050" y="651"/>
                      <a:pt x="5114" y="617"/>
                    </a:cubicBezTo>
                    <a:cubicBezTo>
                      <a:pt x="5126" y="610"/>
                      <a:pt x="5142" y="598"/>
                      <a:pt x="5157" y="586"/>
                    </a:cubicBezTo>
                    <a:cubicBezTo>
                      <a:pt x="5198" y="554"/>
                      <a:pt x="5249" y="514"/>
                      <a:pt x="5308" y="526"/>
                    </a:cubicBezTo>
                    <a:cubicBezTo>
                      <a:pt x="5328" y="530"/>
                      <a:pt x="5343" y="539"/>
                      <a:pt x="5356" y="547"/>
                    </a:cubicBezTo>
                    <a:cubicBezTo>
                      <a:pt x="5369" y="555"/>
                      <a:pt x="5377" y="559"/>
                      <a:pt x="5385" y="560"/>
                    </a:cubicBezTo>
                    <a:cubicBezTo>
                      <a:pt x="5391" y="560"/>
                      <a:pt x="5393" y="560"/>
                      <a:pt x="5404" y="554"/>
                    </a:cubicBezTo>
                    <a:lnTo>
                      <a:pt x="5409" y="552"/>
                    </a:lnTo>
                    <a:cubicBezTo>
                      <a:pt x="5448" y="533"/>
                      <a:pt x="5486" y="507"/>
                      <a:pt x="5523" y="481"/>
                    </a:cubicBezTo>
                    <a:cubicBezTo>
                      <a:pt x="5537" y="471"/>
                      <a:pt x="5552" y="461"/>
                      <a:pt x="5567" y="451"/>
                    </a:cubicBezTo>
                    <a:cubicBezTo>
                      <a:pt x="5579" y="444"/>
                      <a:pt x="5590" y="436"/>
                      <a:pt x="5601" y="428"/>
                    </a:cubicBezTo>
                    <a:cubicBezTo>
                      <a:pt x="5634" y="406"/>
                      <a:pt x="5668" y="383"/>
                      <a:pt x="5705" y="363"/>
                    </a:cubicBezTo>
                    <a:cubicBezTo>
                      <a:pt x="5711" y="360"/>
                      <a:pt x="5717" y="357"/>
                      <a:pt x="5722" y="354"/>
                    </a:cubicBezTo>
                    <a:cubicBezTo>
                      <a:pt x="5762" y="333"/>
                      <a:pt x="5800" y="313"/>
                      <a:pt x="5834" y="284"/>
                    </a:cubicBezTo>
                    <a:cubicBezTo>
                      <a:pt x="5939" y="197"/>
                      <a:pt x="6066" y="101"/>
                      <a:pt x="6204" y="45"/>
                    </a:cubicBezTo>
                    <a:cubicBezTo>
                      <a:pt x="6267" y="19"/>
                      <a:pt x="6341" y="5"/>
                      <a:pt x="6430" y="2"/>
                    </a:cubicBezTo>
                    <a:lnTo>
                      <a:pt x="6443" y="1"/>
                    </a:lnTo>
                    <a:cubicBezTo>
                      <a:pt x="6511" y="-1"/>
                      <a:pt x="6595" y="-5"/>
                      <a:pt x="6654" y="54"/>
                    </a:cubicBezTo>
                    <a:cubicBezTo>
                      <a:pt x="6686" y="84"/>
                      <a:pt x="6712" y="119"/>
                      <a:pt x="6738" y="152"/>
                    </a:cubicBezTo>
                    <a:cubicBezTo>
                      <a:pt x="6764" y="185"/>
                      <a:pt x="6789" y="217"/>
                      <a:pt x="6817" y="245"/>
                    </a:cubicBezTo>
                    <a:cubicBezTo>
                      <a:pt x="6828" y="255"/>
                      <a:pt x="6838" y="259"/>
                      <a:pt x="6861" y="253"/>
                    </a:cubicBezTo>
                    <a:cubicBezTo>
                      <a:pt x="6866" y="252"/>
                      <a:pt x="6873" y="248"/>
                      <a:pt x="6879" y="245"/>
                    </a:cubicBezTo>
                    <a:cubicBezTo>
                      <a:pt x="6888" y="241"/>
                      <a:pt x="6898" y="236"/>
                      <a:pt x="6909" y="233"/>
                    </a:cubicBezTo>
                    <a:cubicBezTo>
                      <a:pt x="6920" y="230"/>
                      <a:pt x="6930" y="228"/>
                      <a:pt x="6939" y="226"/>
                    </a:cubicBezTo>
                    <a:cubicBezTo>
                      <a:pt x="6947" y="225"/>
                      <a:pt x="6953" y="224"/>
                      <a:pt x="6960" y="222"/>
                    </a:cubicBezTo>
                    <a:cubicBezTo>
                      <a:pt x="6965" y="221"/>
                      <a:pt x="6973" y="218"/>
                      <a:pt x="6981" y="216"/>
                    </a:cubicBezTo>
                    <a:cubicBezTo>
                      <a:pt x="7036" y="199"/>
                      <a:pt x="7118" y="174"/>
                      <a:pt x="7165" y="220"/>
                    </a:cubicBezTo>
                    <a:lnTo>
                      <a:pt x="7115" y="271"/>
                    </a:lnTo>
                    <a:cubicBezTo>
                      <a:pt x="7098" y="254"/>
                      <a:pt x="7028" y="276"/>
                      <a:pt x="7001" y="284"/>
                    </a:cubicBezTo>
                    <a:cubicBezTo>
                      <a:pt x="6993" y="286"/>
                      <a:pt x="6985" y="289"/>
                      <a:pt x="6978" y="291"/>
                    </a:cubicBezTo>
                    <a:cubicBezTo>
                      <a:pt x="6969" y="293"/>
                      <a:pt x="6961" y="295"/>
                      <a:pt x="6952" y="296"/>
                    </a:cubicBezTo>
                    <a:cubicBezTo>
                      <a:pt x="6944" y="298"/>
                      <a:pt x="6936" y="299"/>
                      <a:pt x="6929" y="301"/>
                    </a:cubicBezTo>
                    <a:cubicBezTo>
                      <a:pt x="6923" y="303"/>
                      <a:pt x="6917" y="306"/>
                      <a:pt x="6910" y="309"/>
                    </a:cubicBezTo>
                    <a:cubicBezTo>
                      <a:pt x="6901" y="313"/>
                      <a:pt x="6891" y="318"/>
                      <a:pt x="6880" y="321"/>
                    </a:cubicBezTo>
                    <a:cubicBezTo>
                      <a:pt x="6836" y="334"/>
                      <a:pt x="6799" y="325"/>
                      <a:pt x="6768" y="296"/>
                    </a:cubicBezTo>
                    <a:cubicBezTo>
                      <a:pt x="6736" y="265"/>
                      <a:pt x="6709" y="229"/>
                      <a:pt x="6682" y="195"/>
                    </a:cubicBezTo>
                    <a:cubicBezTo>
                      <a:pt x="6657" y="163"/>
                      <a:pt x="6632" y="132"/>
                      <a:pt x="6605" y="105"/>
                    </a:cubicBezTo>
                    <a:cubicBezTo>
                      <a:pt x="6567" y="68"/>
                      <a:pt x="6505" y="70"/>
                      <a:pt x="6446" y="72"/>
                    </a:cubicBezTo>
                    <a:lnTo>
                      <a:pt x="6433" y="73"/>
                    </a:lnTo>
                    <a:cubicBezTo>
                      <a:pt x="6352" y="76"/>
                      <a:pt x="6286" y="88"/>
                      <a:pt x="6231" y="110"/>
                    </a:cubicBezTo>
                    <a:cubicBezTo>
                      <a:pt x="6101" y="163"/>
                      <a:pt x="5980" y="256"/>
                      <a:pt x="5879" y="339"/>
                    </a:cubicBezTo>
                    <a:cubicBezTo>
                      <a:pt x="5839" y="372"/>
                      <a:pt x="5799" y="393"/>
                      <a:pt x="5756" y="416"/>
                    </a:cubicBezTo>
                    <a:cubicBezTo>
                      <a:pt x="5750" y="419"/>
                      <a:pt x="5744" y="423"/>
                      <a:pt x="5738" y="426"/>
                    </a:cubicBezTo>
                    <a:cubicBezTo>
                      <a:pt x="5705" y="444"/>
                      <a:pt x="5673" y="466"/>
                      <a:pt x="5641" y="487"/>
                    </a:cubicBezTo>
                    <a:cubicBezTo>
                      <a:pt x="5629" y="495"/>
                      <a:pt x="5618" y="503"/>
                      <a:pt x="5606" y="510"/>
                    </a:cubicBezTo>
                    <a:cubicBezTo>
                      <a:pt x="5592" y="520"/>
                      <a:pt x="5578" y="529"/>
                      <a:pt x="5563" y="540"/>
                    </a:cubicBezTo>
                    <a:cubicBezTo>
                      <a:pt x="5524" y="567"/>
                      <a:pt x="5483" y="595"/>
                      <a:pt x="5439" y="616"/>
                    </a:cubicBezTo>
                    <a:lnTo>
                      <a:pt x="5435" y="618"/>
                    </a:lnTo>
                    <a:cubicBezTo>
                      <a:pt x="5420" y="625"/>
                      <a:pt x="5406" y="632"/>
                      <a:pt x="5381" y="631"/>
                    </a:cubicBezTo>
                    <a:cubicBezTo>
                      <a:pt x="5354" y="629"/>
                      <a:pt x="5335" y="617"/>
                      <a:pt x="5319" y="607"/>
                    </a:cubicBezTo>
                    <a:cubicBezTo>
                      <a:pt x="5310" y="602"/>
                      <a:pt x="5302" y="597"/>
                      <a:pt x="5294" y="595"/>
                    </a:cubicBezTo>
                    <a:cubicBezTo>
                      <a:pt x="5267" y="590"/>
                      <a:pt x="5234" y="616"/>
                      <a:pt x="5201" y="642"/>
                    </a:cubicBezTo>
                    <a:cubicBezTo>
                      <a:pt x="5183" y="656"/>
                      <a:pt x="5165" y="670"/>
                      <a:pt x="5147" y="679"/>
                    </a:cubicBezTo>
                    <a:cubicBezTo>
                      <a:pt x="5096" y="707"/>
                      <a:pt x="5062" y="750"/>
                      <a:pt x="5025" y="795"/>
                    </a:cubicBezTo>
                    <a:cubicBezTo>
                      <a:pt x="5006" y="819"/>
                      <a:pt x="4985" y="845"/>
                      <a:pt x="4961" y="869"/>
                    </a:cubicBezTo>
                    <a:cubicBezTo>
                      <a:pt x="4900" y="930"/>
                      <a:pt x="4825" y="974"/>
                      <a:pt x="4752" y="1016"/>
                    </a:cubicBezTo>
                    <a:lnTo>
                      <a:pt x="4748" y="1019"/>
                    </a:lnTo>
                    <a:cubicBezTo>
                      <a:pt x="4693" y="1051"/>
                      <a:pt x="4641" y="1053"/>
                      <a:pt x="4585" y="1025"/>
                    </a:cubicBezTo>
                    <a:cubicBezTo>
                      <a:pt x="4550" y="1007"/>
                      <a:pt x="4523" y="975"/>
                      <a:pt x="4499" y="947"/>
                    </a:cubicBezTo>
                    <a:cubicBezTo>
                      <a:pt x="4488" y="935"/>
                      <a:pt x="4478" y="923"/>
                      <a:pt x="4468" y="914"/>
                    </a:cubicBezTo>
                    <a:cubicBezTo>
                      <a:pt x="4457" y="902"/>
                      <a:pt x="4439" y="885"/>
                      <a:pt x="4424" y="878"/>
                    </a:cubicBezTo>
                    <a:cubicBezTo>
                      <a:pt x="4413" y="873"/>
                      <a:pt x="4401" y="872"/>
                      <a:pt x="4388" y="870"/>
                    </a:cubicBezTo>
                    <a:cubicBezTo>
                      <a:pt x="4374" y="868"/>
                      <a:pt x="4360" y="866"/>
                      <a:pt x="4344" y="861"/>
                    </a:cubicBezTo>
                    <a:cubicBezTo>
                      <a:pt x="4306" y="847"/>
                      <a:pt x="4283" y="824"/>
                      <a:pt x="4263" y="804"/>
                    </a:cubicBezTo>
                    <a:cubicBezTo>
                      <a:pt x="4256" y="796"/>
                      <a:pt x="4249" y="790"/>
                      <a:pt x="4242" y="783"/>
                    </a:cubicBezTo>
                    <a:cubicBezTo>
                      <a:pt x="4240" y="781"/>
                      <a:pt x="4236" y="780"/>
                      <a:pt x="4227" y="778"/>
                    </a:cubicBezTo>
                    <a:cubicBezTo>
                      <a:pt x="4221" y="777"/>
                      <a:pt x="4215" y="775"/>
                      <a:pt x="4208" y="773"/>
                    </a:cubicBezTo>
                    <a:cubicBezTo>
                      <a:pt x="4163" y="759"/>
                      <a:pt x="4129" y="742"/>
                      <a:pt x="4096" y="719"/>
                    </a:cubicBezTo>
                    <a:lnTo>
                      <a:pt x="4093" y="717"/>
                    </a:lnTo>
                    <a:cubicBezTo>
                      <a:pt x="4059" y="693"/>
                      <a:pt x="4046" y="684"/>
                      <a:pt x="4013" y="684"/>
                    </a:cubicBezTo>
                    <a:cubicBezTo>
                      <a:pt x="3988" y="684"/>
                      <a:pt x="3963" y="688"/>
                      <a:pt x="3936" y="696"/>
                    </a:cubicBezTo>
                    <a:cubicBezTo>
                      <a:pt x="3910" y="703"/>
                      <a:pt x="3886" y="719"/>
                      <a:pt x="3859" y="736"/>
                    </a:cubicBezTo>
                    <a:cubicBezTo>
                      <a:pt x="3837" y="751"/>
                      <a:pt x="3813" y="766"/>
                      <a:pt x="3787" y="777"/>
                    </a:cubicBezTo>
                    <a:cubicBezTo>
                      <a:pt x="3772" y="783"/>
                      <a:pt x="3758" y="790"/>
                      <a:pt x="3743" y="797"/>
                    </a:cubicBezTo>
                    <a:cubicBezTo>
                      <a:pt x="3709" y="813"/>
                      <a:pt x="3675" y="829"/>
                      <a:pt x="3637" y="839"/>
                    </a:cubicBezTo>
                    <a:cubicBezTo>
                      <a:pt x="3618" y="844"/>
                      <a:pt x="3599" y="845"/>
                      <a:pt x="3581" y="846"/>
                    </a:cubicBezTo>
                    <a:cubicBezTo>
                      <a:pt x="3564" y="848"/>
                      <a:pt x="3547" y="849"/>
                      <a:pt x="3533" y="853"/>
                    </a:cubicBezTo>
                    <a:cubicBezTo>
                      <a:pt x="3478" y="870"/>
                      <a:pt x="3441" y="909"/>
                      <a:pt x="3430" y="961"/>
                    </a:cubicBezTo>
                    <a:cubicBezTo>
                      <a:pt x="3419" y="1011"/>
                      <a:pt x="3388" y="1065"/>
                      <a:pt x="3347" y="1105"/>
                    </a:cubicBezTo>
                    <a:cubicBezTo>
                      <a:pt x="3321" y="1131"/>
                      <a:pt x="3289" y="1147"/>
                      <a:pt x="3258" y="1162"/>
                    </a:cubicBezTo>
                    <a:cubicBezTo>
                      <a:pt x="3239" y="1171"/>
                      <a:pt x="3221" y="1180"/>
                      <a:pt x="3206" y="1191"/>
                    </a:cubicBezTo>
                    <a:cubicBezTo>
                      <a:pt x="3164" y="1220"/>
                      <a:pt x="3133" y="1225"/>
                      <a:pt x="3093" y="1229"/>
                    </a:cubicBezTo>
                    <a:cubicBezTo>
                      <a:pt x="3080" y="1230"/>
                      <a:pt x="3080" y="1230"/>
                      <a:pt x="3068" y="1242"/>
                    </a:cubicBezTo>
                    <a:cubicBezTo>
                      <a:pt x="3065" y="1245"/>
                      <a:pt x="3061" y="1248"/>
                      <a:pt x="3057" y="1252"/>
                    </a:cubicBezTo>
                    <a:cubicBezTo>
                      <a:pt x="3019" y="1287"/>
                      <a:pt x="2975" y="1314"/>
                      <a:pt x="2933" y="1340"/>
                    </a:cubicBezTo>
                    <a:cubicBezTo>
                      <a:pt x="2897" y="1362"/>
                      <a:pt x="2863" y="1382"/>
                      <a:pt x="2834" y="1408"/>
                    </a:cubicBezTo>
                    <a:cubicBezTo>
                      <a:pt x="2801" y="1436"/>
                      <a:pt x="2781" y="1443"/>
                      <a:pt x="2746" y="1455"/>
                    </a:cubicBezTo>
                    <a:cubicBezTo>
                      <a:pt x="2699" y="1470"/>
                      <a:pt x="2650" y="1484"/>
                      <a:pt x="2603" y="1496"/>
                    </a:cubicBezTo>
                    <a:cubicBezTo>
                      <a:pt x="2588" y="1500"/>
                      <a:pt x="2573" y="1505"/>
                      <a:pt x="2558" y="1509"/>
                    </a:cubicBezTo>
                    <a:cubicBezTo>
                      <a:pt x="2511" y="1522"/>
                      <a:pt x="2458" y="1535"/>
                      <a:pt x="2400" y="1547"/>
                    </a:cubicBezTo>
                    <a:cubicBezTo>
                      <a:pt x="2376" y="1552"/>
                      <a:pt x="2354" y="1556"/>
                      <a:pt x="2330" y="1556"/>
                    </a:cubicBezTo>
                    <a:moveTo>
                      <a:pt x="1195" y="593"/>
                    </a:moveTo>
                    <a:lnTo>
                      <a:pt x="1195" y="593"/>
                    </a:lnTo>
                    <a:moveTo>
                      <a:pt x="1191" y="590"/>
                    </a:moveTo>
                    <a:lnTo>
                      <a:pt x="1191" y="59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67" name="Google Shape;267;p1"/>
              <p:cNvSpPr/>
              <p:nvPr/>
            </p:nvSpPr>
            <p:spPr>
              <a:xfrm>
                <a:off x="1402920" y="1013040"/>
                <a:ext cx="46440" cy="248040"/>
              </a:xfrm>
              <a:custGeom>
                <a:rect b="b" l="l" r="r" t="t"/>
                <a:pathLst>
                  <a:path extrusionOk="0" h="813" w="153">
                    <a:moveTo>
                      <a:pt x="0" y="0"/>
                    </a:moveTo>
                    <a:lnTo>
                      <a:pt x="153" y="0"/>
                    </a:lnTo>
                    <a:lnTo>
                      <a:pt x="153" y="813"/>
                    </a:lnTo>
                    <a:lnTo>
                      <a:pt x="0" y="8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68" name="Google Shape;268;p1"/>
              <p:cNvSpPr/>
              <p:nvPr/>
            </p:nvSpPr>
            <p:spPr>
              <a:xfrm>
                <a:off x="1482840" y="1165320"/>
                <a:ext cx="46440" cy="248040"/>
              </a:xfrm>
              <a:custGeom>
                <a:rect b="b" l="l" r="r" t="t"/>
                <a:pathLst>
                  <a:path extrusionOk="0" h="813" w="153">
                    <a:moveTo>
                      <a:pt x="0" y="0"/>
                    </a:moveTo>
                    <a:lnTo>
                      <a:pt x="153" y="0"/>
                    </a:lnTo>
                    <a:lnTo>
                      <a:pt x="153" y="813"/>
                    </a:lnTo>
                    <a:lnTo>
                      <a:pt x="0" y="8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69" name="Google Shape;269;p1"/>
              <p:cNvSpPr/>
              <p:nvPr/>
            </p:nvSpPr>
            <p:spPr>
              <a:xfrm>
                <a:off x="1562760" y="1267560"/>
                <a:ext cx="46080" cy="248040"/>
              </a:xfrm>
              <a:custGeom>
                <a:rect b="b" l="l" r="r" t="t"/>
                <a:pathLst>
                  <a:path extrusionOk="0" h="813" w="152">
                    <a:moveTo>
                      <a:pt x="0" y="0"/>
                    </a:moveTo>
                    <a:lnTo>
                      <a:pt x="152" y="0"/>
                    </a:lnTo>
                    <a:lnTo>
                      <a:pt x="152" y="813"/>
                    </a:lnTo>
                    <a:lnTo>
                      <a:pt x="0" y="8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0" name="Google Shape;270;p1"/>
              <p:cNvSpPr/>
              <p:nvPr/>
            </p:nvSpPr>
            <p:spPr>
              <a:xfrm>
                <a:off x="2957040" y="571320"/>
                <a:ext cx="637920" cy="637560"/>
              </a:xfrm>
              <a:custGeom>
                <a:rect b="b" l="l" r="r" t="t"/>
                <a:pathLst>
                  <a:path extrusionOk="0" h="2089" w="2090">
                    <a:moveTo>
                      <a:pt x="1784" y="306"/>
                    </a:moveTo>
                    <a:cubicBezTo>
                      <a:pt x="1914" y="436"/>
                      <a:pt x="2007" y="597"/>
                      <a:pt x="2055" y="774"/>
                    </a:cubicBezTo>
                    <a:cubicBezTo>
                      <a:pt x="2102" y="951"/>
                      <a:pt x="2102" y="1138"/>
                      <a:pt x="2055" y="1315"/>
                    </a:cubicBezTo>
                    <a:cubicBezTo>
                      <a:pt x="2007" y="1492"/>
                      <a:pt x="1913" y="1654"/>
                      <a:pt x="1784" y="1784"/>
                    </a:cubicBezTo>
                    <a:cubicBezTo>
                      <a:pt x="1654" y="1913"/>
                      <a:pt x="1493" y="2007"/>
                      <a:pt x="1316" y="2054"/>
                    </a:cubicBezTo>
                    <a:cubicBezTo>
                      <a:pt x="1139" y="2101"/>
                      <a:pt x="952" y="2101"/>
                      <a:pt x="775" y="2054"/>
                    </a:cubicBezTo>
                    <a:cubicBezTo>
                      <a:pt x="598" y="2007"/>
                      <a:pt x="436" y="1913"/>
                      <a:pt x="307" y="1784"/>
                    </a:cubicBezTo>
                    <a:cubicBezTo>
                      <a:pt x="177" y="1654"/>
                      <a:pt x="84" y="1492"/>
                      <a:pt x="36" y="1315"/>
                    </a:cubicBezTo>
                    <a:cubicBezTo>
                      <a:pt x="-11" y="1138"/>
                      <a:pt x="-11" y="951"/>
                      <a:pt x="36" y="774"/>
                    </a:cubicBezTo>
                    <a:cubicBezTo>
                      <a:pt x="84" y="597"/>
                      <a:pt x="177" y="436"/>
                      <a:pt x="307" y="306"/>
                    </a:cubicBezTo>
                    <a:cubicBezTo>
                      <a:pt x="436" y="176"/>
                      <a:pt x="598" y="83"/>
                      <a:pt x="775" y="35"/>
                    </a:cubicBezTo>
                    <a:cubicBezTo>
                      <a:pt x="952" y="-12"/>
                      <a:pt x="1139" y="-12"/>
                      <a:pt x="1316" y="35"/>
                    </a:cubicBezTo>
                    <a:cubicBezTo>
                      <a:pt x="1493" y="83"/>
                      <a:pt x="1655" y="176"/>
                      <a:pt x="1784" y="3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1" name="Google Shape;271;p1"/>
              <p:cNvSpPr/>
              <p:nvPr/>
            </p:nvSpPr>
            <p:spPr>
              <a:xfrm>
                <a:off x="2977200" y="591120"/>
                <a:ext cx="598320" cy="598320"/>
              </a:xfrm>
              <a:custGeom>
                <a:rect b="b" l="l" r="r" t="t"/>
                <a:pathLst>
                  <a:path extrusionOk="0" h="1960" w="1961">
                    <a:moveTo>
                      <a:pt x="981" y="0"/>
                    </a:moveTo>
                    <a:cubicBezTo>
                      <a:pt x="440" y="0"/>
                      <a:pt x="0" y="439"/>
                      <a:pt x="0" y="980"/>
                    </a:cubicBezTo>
                    <a:cubicBezTo>
                      <a:pt x="0" y="1520"/>
                      <a:pt x="440" y="1960"/>
                      <a:pt x="981" y="1960"/>
                    </a:cubicBezTo>
                    <a:cubicBezTo>
                      <a:pt x="1521" y="1960"/>
                      <a:pt x="1961" y="1520"/>
                      <a:pt x="1961" y="980"/>
                    </a:cubicBezTo>
                    <a:cubicBezTo>
                      <a:pt x="1961" y="439"/>
                      <a:pt x="1521" y="0"/>
                      <a:pt x="981" y="0"/>
                    </a:cubicBezTo>
                    <a:moveTo>
                      <a:pt x="1890" y="965"/>
                    </a:moveTo>
                    <a:lnTo>
                      <a:pt x="1438" y="965"/>
                    </a:lnTo>
                    <a:cubicBezTo>
                      <a:pt x="1437" y="786"/>
                      <a:pt x="1414" y="621"/>
                      <a:pt x="1376" y="479"/>
                    </a:cubicBezTo>
                    <a:cubicBezTo>
                      <a:pt x="1462" y="441"/>
                      <a:pt x="1542" y="391"/>
                      <a:pt x="1615" y="329"/>
                    </a:cubicBezTo>
                    <a:cubicBezTo>
                      <a:pt x="1781" y="491"/>
                      <a:pt x="1886" y="716"/>
                      <a:pt x="1890" y="965"/>
                    </a:cubicBezTo>
                    <a:moveTo>
                      <a:pt x="1002" y="72"/>
                    </a:moveTo>
                    <a:cubicBezTo>
                      <a:pt x="1118" y="88"/>
                      <a:pt x="1221" y="229"/>
                      <a:pt x="1288" y="437"/>
                    </a:cubicBezTo>
                    <a:cubicBezTo>
                      <a:pt x="1197" y="470"/>
                      <a:pt x="1101" y="488"/>
                      <a:pt x="1002" y="491"/>
                    </a:cubicBezTo>
                    <a:lnTo>
                      <a:pt x="1002" y="72"/>
                    </a:lnTo>
                    <a:moveTo>
                      <a:pt x="931" y="78"/>
                    </a:moveTo>
                    <a:lnTo>
                      <a:pt x="931" y="490"/>
                    </a:lnTo>
                    <a:cubicBezTo>
                      <a:pt x="842" y="485"/>
                      <a:pt x="755" y="467"/>
                      <a:pt x="673" y="437"/>
                    </a:cubicBezTo>
                    <a:cubicBezTo>
                      <a:pt x="734" y="246"/>
                      <a:pt x="827" y="111"/>
                      <a:pt x="931" y="78"/>
                    </a:cubicBezTo>
                    <a:moveTo>
                      <a:pt x="931" y="561"/>
                    </a:moveTo>
                    <a:lnTo>
                      <a:pt x="931" y="965"/>
                    </a:lnTo>
                    <a:lnTo>
                      <a:pt x="594" y="965"/>
                    </a:lnTo>
                    <a:cubicBezTo>
                      <a:pt x="595" y="798"/>
                      <a:pt x="617" y="641"/>
                      <a:pt x="653" y="506"/>
                    </a:cubicBezTo>
                    <a:cubicBezTo>
                      <a:pt x="742" y="537"/>
                      <a:pt x="835" y="556"/>
                      <a:pt x="931" y="561"/>
                    </a:cubicBezTo>
                    <a:moveTo>
                      <a:pt x="931" y="1036"/>
                    </a:moveTo>
                    <a:lnTo>
                      <a:pt x="931" y="1468"/>
                    </a:lnTo>
                    <a:cubicBezTo>
                      <a:pt x="842" y="1472"/>
                      <a:pt x="755" y="1489"/>
                      <a:pt x="671" y="1517"/>
                    </a:cubicBezTo>
                    <a:cubicBezTo>
                      <a:pt x="627" y="1380"/>
                      <a:pt x="600" y="1214"/>
                      <a:pt x="595" y="1036"/>
                    </a:cubicBezTo>
                    <a:lnTo>
                      <a:pt x="931" y="1036"/>
                    </a:lnTo>
                    <a:moveTo>
                      <a:pt x="931" y="1539"/>
                    </a:moveTo>
                    <a:lnTo>
                      <a:pt x="931" y="1881"/>
                    </a:lnTo>
                    <a:cubicBezTo>
                      <a:pt x="839" y="1852"/>
                      <a:pt x="755" y="1742"/>
                      <a:pt x="694" y="1583"/>
                    </a:cubicBezTo>
                    <a:cubicBezTo>
                      <a:pt x="770" y="1558"/>
                      <a:pt x="850" y="1543"/>
                      <a:pt x="931" y="1539"/>
                    </a:cubicBezTo>
                    <a:moveTo>
                      <a:pt x="1002" y="1887"/>
                    </a:moveTo>
                    <a:lnTo>
                      <a:pt x="1002" y="1538"/>
                    </a:lnTo>
                    <a:cubicBezTo>
                      <a:pt x="1093" y="1540"/>
                      <a:pt x="1182" y="1556"/>
                      <a:pt x="1267" y="1584"/>
                    </a:cubicBezTo>
                    <a:cubicBezTo>
                      <a:pt x="1200" y="1758"/>
                      <a:pt x="1106" y="1873"/>
                      <a:pt x="1002" y="1887"/>
                    </a:cubicBezTo>
                    <a:moveTo>
                      <a:pt x="1002" y="1467"/>
                    </a:moveTo>
                    <a:lnTo>
                      <a:pt x="1002" y="1036"/>
                    </a:lnTo>
                    <a:lnTo>
                      <a:pt x="1366" y="1036"/>
                    </a:lnTo>
                    <a:cubicBezTo>
                      <a:pt x="1362" y="1214"/>
                      <a:pt x="1334" y="1380"/>
                      <a:pt x="1290" y="1517"/>
                    </a:cubicBezTo>
                    <a:cubicBezTo>
                      <a:pt x="1198" y="1486"/>
                      <a:pt x="1101" y="1469"/>
                      <a:pt x="1002" y="1467"/>
                    </a:cubicBezTo>
                    <a:moveTo>
                      <a:pt x="1002" y="965"/>
                    </a:moveTo>
                    <a:lnTo>
                      <a:pt x="1002" y="562"/>
                    </a:lnTo>
                    <a:cubicBezTo>
                      <a:pt x="1108" y="559"/>
                      <a:pt x="1211" y="540"/>
                      <a:pt x="1308" y="505"/>
                    </a:cubicBezTo>
                    <a:cubicBezTo>
                      <a:pt x="1344" y="641"/>
                      <a:pt x="1366" y="798"/>
                      <a:pt x="1367" y="965"/>
                    </a:cubicBezTo>
                    <a:lnTo>
                      <a:pt x="1002" y="965"/>
                    </a:lnTo>
                    <a:moveTo>
                      <a:pt x="1562" y="281"/>
                    </a:moveTo>
                    <a:cubicBezTo>
                      <a:pt x="1498" y="333"/>
                      <a:pt x="1429" y="377"/>
                      <a:pt x="1355" y="410"/>
                    </a:cubicBezTo>
                    <a:cubicBezTo>
                      <a:pt x="1310" y="274"/>
                      <a:pt x="1250" y="164"/>
                      <a:pt x="1178" y="92"/>
                    </a:cubicBezTo>
                    <a:cubicBezTo>
                      <a:pt x="1321" y="124"/>
                      <a:pt x="1452" y="190"/>
                      <a:pt x="1562" y="281"/>
                    </a:cubicBezTo>
                    <a:moveTo>
                      <a:pt x="606" y="410"/>
                    </a:moveTo>
                    <a:cubicBezTo>
                      <a:pt x="532" y="377"/>
                      <a:pt x="463" y="334"/>
                      <a:pt x="399" y="281"/>
                    </a:cubicBezTo>
                    <a:cubicBezTo>
                      <a:pt x="509" y="190"/>
                      <a:pt x="640" y="124"/>
                      <a:pt x="783" y="92"/>
                    </a:cubicBezTo>
                    <a:cubicBezTo>
                      <a:pt x="712" y="164"/>
                      <a:pt x="651" y="274"/>
                      <a:pt x="606" y="410"/>
                    </a:cubicBezTo>
                    <a:moveTo>
                      <a:pt x="346" y="329"/>
                    </a:moveTo>
                    <a:cubicBezTo>
                      <a:pt x="419" y="391"/>
                      <a:pt x="499" y="441"/>
                      <a:pt x="585" y="479"/>
                    </a:cubicBezTo>
                    <a:cubicBezTo>
                      <a:pt x="547" y="621"/>
                      <a:pt x="524" y="786"/>
                      <a:pt x="523" y="965"/>
                    </a:cubicBezTo>
                    <a:lnTo>
                      <a:pt x="72" y="965"/>
                    </a:lnTo>
                    <a:cubicBezTo>
                      <a:pt x="76" y="716"/>
                      <a:pt x="180" y="491"/>
                      <a:pt x="346" y="329"/>
                    </a:cubicBezTo>
                    <a:moveTo>
                      <a:pt x="73" y="1036"/>
                    </a:moveTo>
                    <a:lnTo>
                      <a:pt x="524" y="1036"/>
                    </a:lnTo>
                    <a:cubicBezTo>
                      <a:pt x="528" y="1225"/>
                      <a:pt x="557" y="1398"/>
                      <a:pt x="604" y="1542"/>
                    </a:cubicBezTo>
                    <a:cubicBezTo>
                      <a:pt x="526" y="1574"/>
                      <a:pt x="453" y="1616"/>
                      <a:pt x="386" y="1667"/>
                    </a:cubicBezTo>
                    <a:cubicBezTo>
                      <a:pt x="207" y="1512"/>
                      <a:pt x="89" y="1288"/>
                      <a:pt x="73" y="1036"/>
                    </a:cubicBezTo>
                    <a:moveTo>
                      <a:pt x="444" y="1713"/>
                    </a:moveTo>
                    <a:cubicBezTo>
                      <a:pt x="501" y="1671"/>
                      <a:pt x="563" y="1636"/>
                      <a:pt x="627" y="1608"/>
                    </a:cubicBezTo>
                    <a:cubicBezTo>
                      <a:pt x="669" y="1718"/>
                      <a:pt x="722" y="1806"/>
                      <a:pt x="783" y="1867"/>
                    </a:cubicBezTo>
                    <a:cubicBezTo>
                      <a:pt x="659" y="1839"/>
                      <a:pt x="543" y="1786"/>
                      <a:pt x="444" y="1713"/>
                    </a:cubicBezTo>
                    <a:moveTo>
                      <a:pt x="1334" y="1609"/>
                    </a:moveTo>
                    <a:cubicBezTo>
                      <a:pt x="1399" y="1636"/>
                      <a:pt x="1460" y="1671"/>
                      <a:pt x="1517" y="1713"/>
                    </a:cubicBezTo>
                    <a:cubicBezTo>
                      <a:pt x="1418" y="1786"/>
                      <a:pt x="1303" y="1839"/>
                      <a:pt x="1178" y="1867"/>
                    </a:cubicBezTo>
                    <a:cubicBezTo>
                      <a:pt x="1239" y="1806"/>
                      <a:pt x="1292" y="1718"/>
                      <a:pt x="1334" y="1609"/>
                    </a:cubicBezTo>
                    <a:moveTo>
                      <a:pt x="1575" y="1667"/>
                    </a:moveTo>
                    <a:cubicBezTo>
                      <a:pt x="1508" y="1616"/>
                      <a:pt x="1435" y="1574"/>
                      <a:pt x="1358" y="1542"/>
                    </a:cubicBezTo>
                    <a:cubicBezTo>
                      <a:pt x="1404" y="1398"/>
                      <a:pt x="1433" y="1225"/>
                      <a:pt x="1437" y="1036"/>
                    </a:cubicBezTo>
                    <a:lnTo>
                      <a:pt x="1888" y="1036"/>
                    </a:lnTo>
                    <a:cubicBezTo>
                      <a:pt x="1873" y="1288"/>
                      <a:pt x="1754" y="1512"/>
                      <a:pt x="1575" y="16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2" name="Google Shape;272;p1"/>
              <p:cNvSpPr/>
              <p:nvPr/>
            </p:nvSpPr>
            <p:spPr>
              <a:xfrm>
                <a:off x="3035520" y="1943640"/>
                <a:ext cx="271080" cy="365040"/>
              </a:xfrm>
              <a:custGeom>
                <a:rect b="b" l="l" r="r" t="t"/>
                <a:pathLst>
                  <a:path extrusionOk="0" h="1196" w="889">
                    <a:moveTo>
                      <a:pt x="889" y="445"/>
                    </a:moveTo>
                    <a:lnTo>
                      <a:pt x="444" y="0"/>
                    </a:lnTo>
                    <a:lnTo>
                      <a:pt x="0" y="445"/>
                    </a:lnTo>
                    <a:lnTo>
                      <a:pt x="164" y="445"/>
                    </a:lnTo>
                    <a:lnTo>
                      <a:pt x="164" y="1196"/>
                    </a:lnTo>
                    <a:lnTo>
                      <a:pt x="724" y="1196"/>
                    </a:lnTo>
                    <a:lnTo>
                      <a:pt x="724" y="445"/>
                    </a:lnTo>
                    <a:lnTo>
                      <a:pt x="889" y="44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3" name="Google Shape;273;p1"/>
              <p:cNvSpPr/>
              <p:nvPr/>
            </p:nvSpPr>
            <p:spPr>
              <a:xfrm>
                <a:off x="2139480" y="1245600"/>
                <a:ext cx="183240" cy="246240"/>
              </a:xfrm>
              <a:custGeom>
                <a:rect b="b" l="l" r="r" t="t"/>
                <a:pathLst>
                  <a:path extrusionOk="0" h="808" w="601">
                    <a:moveTo>
                      <a:pt x="601" y="300"/>
                    </a:moveTo>
                    <a:lnTo>
                      <a:pt x="301" y="0"/>
                    </a:lnTo>
                    <a:lnTo>
                      <a:pt x="0" y="300"/>
                    </a:lnTo>
                    <a:lnTo>
                      <a:pt x="112" y="300"/>
                    </a:lnTo>
                    <a:lnTo>
                      <a:pt x="112" y="808"/>
                    </a:lnTo>
                    <a:lnTo>
                      <a:pt x="490" y="808"/>
                    </a:lnTo>
                    <a:lnTo>
                      <a:pt x="490" y="300"/>
                    </a:lnTo>
                    <a:lnTo>
                      <a:pt x="601" y="30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4" name="Google Shape;274;p1"/>
              <p:cNvSpPr/>
              <p:nvPr/>
            </p:nvSpPr>
            <p:spPr>
              <a:xfrm>
                <a:off x="2336760" y="1486440"/>
                <a:ext cx="128880" cy="173880"/>
              </a:xfrm>
              <a:custGeom>
                <a:rect b="b" l="l" r="r" t="t"/>
                <a:pathLst>
                  <a:path extrusionOk="0" h="570" w="423">
                    <a:moveTo>
                      <a:pt x="423" y="212"/>
                    </a:moveTo>
                    <a:lnTo>
                      <a:pt x="211" y="0"/>
                    </a:lnTo>
                    <a:lnTo>
                      <a:pt x="0" y="212"/>
                    </a:lnTo>
                    <a:lnTo>
                      <a:pt x="78" y="212"/>
                    </a:lnTo>
                    <a:lnTo>
                      <a:pt x="78" y="570"/>
                    </a:lnTo>
                    <a:lnTo>
                      <a:pt x="345" y="570"/>
                    </a:lnTo>
                    <a:lnTo>
                      <a:pt x="345" y="212"/>
                    </a:lnTo>
                    <a:lnTo>
                      <a:pt x="423" y="21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5" name="Google Shape;275;p1"/>
              <p:cNvSpPr/>
              <p:nvPr/>
            </p:nvSpPr>
            <p:spPr>
              <a:xfrm>
                <a:off x="2286000" y="577800"/>
                <a:ext cx="624600" cy="624600"/>
              </a:xfrm>
              <a:custGeom>
                <a:rect b="b" l="l" r="r" t="t"/>
                <a:pathLst>
                  <a:path extrusionOk="0" h="2047" w="2047">
                    <a:moveTo>
                      <a:pt x="2047" y="1024"/>
                    </a:moveTo>
                    <a:cubicBezTo>
                      <a:pt x="2047" y="1203"/>
                      <a:pt x="2000" y="1379"/>
                      <a:pt x="1910" y="1535"/>
                    </a:cubicBezTo>
                    <a:cubicBezTo>
                      <a:pt x="1820" y="1690"/>
                      <a:pt x="1690" y="1820"/>
                      <a:pt x="1535" y="1910"/>
                    </a:cubicBezTo>
                    <a:cubicBezTo>
                      <a:pt x="1379" y="2000"/>
                      <a:pt x="1203" y="2047"/>
                      <a:pt x="1024" y="2047"/>
                    </a:cubicBezTo>
                    <a:cubicBezTo>
                      <a:pt x="844" y="2047"/>
                      <a:pt x="668" y="2000"/>
                      <a:pt x="512" y="1910"/>
                    </a:cubicBezTo>
                    <a:cubicBezTo>
                      <a:pt x="356" y="1820"/>
                      <a:pt x="226" y="1690"/>
                      <a:pt x="137" y="1535"/>
                    </a:cubicBezTo>
                    <a:cubicBezTo>
                      <a:pt x="47" y="1379"/>
                      <a:pt x="0" y="1203"/>
                      <a:pt x="0" y="1024"/>
                    </a:cubicBezTo>
                    <a:cubicBezTo>
                      <a:pt x="0" y="844"/>
                      <a:pt x="48" y="668"/>
                      <a:pt x="137" y="512"/>
                    </a:cubicBezTo>
                    <a:cubicBezTo>
                      <a:pt x="227" y="356"/>
                      <a:pt x="356" y="226"/>
                      <a:pt x="512" y="137"/>
                    </a:cubicBezTo>
                    <a:cubicBezTo>
                      <a:pt x="668" y="47"/>
                      <a:pt x="844" y="0"/>
                      <a:pt x="1024" y="0"/>
                    </a:cubicBezTo>
                    <a:cubicBezTo>
                      <a:pt x="1203" y="0"/>
                      <a:pt x="1379" y="47"/>
                      <a:pt x="1535" y="137"/>
                    </a:cubicBezTo>
                    <a:cubicBezTo>
                      <a:pt x="1690" y="226"/>
                      <a:pt x="1820" y="356"/>
                      <a:pt x="1910" y="512"/>
                    </a:cubicBezTo>
                    <a:cubicBezTo>
                      <a:pt x="2000" y="668"/>
                      <a:pt x="2047" y="844"/>
                      <a:pt x="2047" y="102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6" name="Google Shape;276;p1"/>
              <p:cNvSpPr/>
              <p:nvPr/>
            </p:nvSpPr>
            <p:spPr>
              <a:xfrm>
                <a:off x="2598840" y="890640"/>
                <a:ext cx="312120" cy="302760"/>
              </a:xfrm>
              <a:custGeom>
                <a:rect b="b" l="l" r="r" t="t"/>
                <a:pathLst>
                  <a:path extrusionOk="0" h="993" w="1023">
                    <a:moveTo>
                      <a:pt x="0" y="0"/>
                    </a:moveTo>
                    <a:lnTo>
                      <a:pt x="1023" y="0"/>
                    </a:lnTo>
                    <a:cubicBezTo>
                      <a:pt x="1023" y="228"/>
                      <a:pt x="946" y="451"/>
                      <a:pt x="805" y="631"/>
                    </a:cubicBezTo>
                    <a:cubicBezTo>
                      <a:pt x="664" y="811"/>
                      <a:pt x="467" y="938"/>
                      <a:pt x="245" y="99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277" name="Google Shape;277;p1"/>
            <p:cNvGrpSpPr/>
            <p:nvPr/>
          </p:nvGrpSpPr>
          <p:grpSpPr>
            <a:xfrm>
              <a:off x="591120" y="2447280"/>
              <a:ext cx="802440" cy="1192680"/>
              <a:chOff x="591120" y="2447280"/>
              <a:chExt cx="802440" cy="1192680"/>
            </a:xfrm>
          </p:grpSpPr>
          <p:sp>
            <p:nvSpPr>
              <p:cNvPr id="278" name="Google Shape;278;p1"/>
              <p:cNvSpPr/>
              <p:nvPr/>
            </p:nvSpPr>
            <p:spPr>
              <a:xfrm>
                <a:off x="767880" y="2447280"/>
                <a:ext cx="279000" cy="658440"/>
              </a:xfrm>
              <a:custGeom>
                <a:rect b="b" l="l" r="r" t="t"/>
                <a:pathLst>
                  <a:path extrusionOk="0" h="2097" w="889">
                    <a:moveTo>
                      <a:pt x="889" y="444"/>
                    </a:moveTo>
                    <a:lnTo>
                      <a:pt x="444" y="0"/>
                    </a:lnTo>
                    <a:lnTo>
                      <a:pt x="0" y="444"/>
                    </a:lnTo>
                    <a:lnTo>
                      <a:pt x="164" y="444"/>
                    </a:lnTo>
                    <a:lnTo>
                      <a:pt x="164" y="2097"/>
                    </a:lnTo>
                    <a:lnTo>
                      <a:pt x="724" y="2097"/>
                    </a:lnTo>
                    <a:lnTo>
                      <a:pt x="724" y="444"/>
                    </a:lnTo>
                    <a:lnTo>
                      <a:pt x="889" y="44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9" name="Google Shape;279;p1"/>
              <p:cNvSpPr/>
              <p:nvPr/>
            </p:nvSpPr>
            <p:spPr>
              <a:xfrm>
                <a:off x="591120" y="3197880"/>
                <a:ext cx="802440" cy="74880"/>
              </a:xfrm>
              <a:custGeom>
                <a:rect b="b" l="l" r="r" t="t"/>
                <a:pathLst>
                  <a:path extrusionOk="0" h="239" w="2555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9"/>
                    </a:lnTo>
                    <a:lnTo>
                      <a:pt x="0" y="2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37425" lIns="90000" spcFirstLastPara="1" rIns="90000" wrap="square" tIns="37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0" name="Google Shape;280;p1"/>
              <p:cNvSpPr/>
              <p:nvPr/>
            </p:nvSpPr>
            <p:spPr>
              <a:xfrm>
                <a:off x="591120" y="3320280"/>
                <a:ext cx="802440" cy="74520"/>
              </a:xfrm>
              <a:custGeom>
                <a:rect b="b" l="l" r="r" t="t"/>
                <a:pathLst>
                  <a:path extrusionOk="0" h="238" w="2555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37425" lIns="90000" spcFirstLastPara="1" rIns="90000" wrap="square" tIns="37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1" name="Google Shape;281;p1"/>
              <p:cNvSpPr/>
              <p:nvPr/>
            </p:nvSpPr>
            <p:spPr>
              <a:xfrm>
                <a:off x="591120" y="3443040"/>
                <a:ext cx="802440" cy="74520"/>
              </a:xfrm>
              <a:custGeom>
                <a:rect b="b" l="l" r="r" t="t"/>
                <a:pathLst>
                  <a:path extrusionOk="0" h="238" w="2555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37425" lIns="90000" spcFirstLastPara="1" rIns="90000" wrap="square" tIns="37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2" name="Google Shape;282;p1"/>
              <p:cNvSpPr/>
              <p:nvPr/>
            </p:nvSpPr>
            <p:spPr>
              <a:xfrm>
                <a:off x="591120" y="3565440"/>
                <a:ext cx="407880" cy="74520"/>
              </a:xfrm>
              <a:custGeom>
                <a:rect b="b" l="l" r="r" t="t"/>
                <a:pathLst>
                  <a:path extrusionOk="0" h="238" w="1299">
                    <a:moveTo>
                      <a:pt x="0" y="0"/>
                    </a:moveTo>
                    <a:lnTo>
                      <a:pt x="1299" y="0"/>
                    </a:lnTo>
                    <a:lnTo>
                      <a:pt x="1299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37425" lIns="90000" spcFirstLastPara="1" rIns="90000" wrap="square" tIns="37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sp>
          <p:nvSpPr>
            <p:cNvPr id="283" name="Google Shape;283;p1"/>
            <p:cNvSpPr/>
            <p:nvPr/>
          </p:nvSpPr>
          <p:spPr>
            <a:xfrm flipH="1">
              <a:off x="1100880" y="4546440"/>
              <a:ext cx="1842120" cy="77400"/>
            </a:xfrm>
            <a:custGeom>
              <a:rect b="b" l="l" r="r" t="t"/>
              <a:pathLst>
                <a:path extrusionOk="0" h="227" w="5369">
                  <a:moveTo>
                    <a:pt x="5369" y="114"/>
                  </a:moveTo>
                  <a:cubicBezTo>
                    <a:pt x="5369" y="134"/>
                    <a:pt x="5245" y="154"/>
                    <a:pt x="5010" y="171"/>
                  </a:cubicBezTo>
                  <a:cubicBezTo>
                    <a:pt x="4774" y="189"/>
                    <a:pt x="4435" y="202"/>
                    <a:pt x="4027" y="212"/>
                  </a:cubicBezTo>
                  <a:cubicBezTo>
                    <a:pt x="3619" y="222"/>
                    <a:pt x="3155" y="227"/>
                    <a:pt x="2684" y="227"/>
                  </a:cubicBezTo>
                  <a:cubicBezTo>
                    <a:pt x="2212" y="227"/>
                    <a:pt x="1750" y="222"/>
                    <a:pt x="1342" y="212"/>
                  </a:cubicBezTo>
                  <a:cubicBezTo>
                    <a:pt x="934" y="202"/>
                    <a:pt x="594" y="189"/>
                    <a:pt x="359" y="171"/>
                  </a:cubicBezTo>
                  <a:cubicBezTo>
                    <a:pt x="123" y="154"/>
                    <a:pt x="0" y="134"/>
                    <a:pt x="0" y="114"/>
                  </a:cubicBezTo>
                  <a:cubicBezTo>
                    <a:pt x="0" y="94"/>
                    <a:pt x="124" y="74"/>
                    <a:pt x="359" y="57"/>
                  </a:cubicBezTo>
                  <a:cubicBezTo>
                    <a:pt x="595" y="40"/>
                    <a:pt x="934" y="25"/>
                    <a:pt x="1342" y="15"/>
                  </a:cubicBezTo>
                  <a:cubicBezTo>
                    <a:pt x="1750" y="5"/>
                    <a:pt x="2213" y="0"/>
                    <a:pt x="2684" y="0"/>
                  </a:cubicBezTo>
                  <a:cubicBezTo>
                    <a:pt x="3156" y="0"/>
                    <a:pt x="3619" y="5"/>
                    <a:pt x="4027" y="15"/>
                  </a:cubicBezTo>
                  <a:cubicBezTo>
                    <a:pt x="4435" y="25"/>
                    <a:pt x="4774" y="40"/>
                    <a:pt x="5010" y="57"/>
                  </a:cubicBezTo>
                  <a:cubicBezTo>
                    <a:pt x="5245" y="74"/>
                    <a:pt x="5369" y="94"/>
                    <a:pt x="5369" y="114"/>
                  </a:cubicBezTo>
                  <a:close/>
                </a:path>
              </a:pathLst>
            </a:custGeom>
            <a:solidFill>
              <a:srgbClr val="61795F">
                <a:alpha val="27058"/>
              </a:srgbClr>
            </a:solidFill>
            <a:ln>
              <a:noFill/>
            </a:ln>
          </p:spPr>
          <p:txBody>
            <a:bodyPr anchorCtr="1" anchor="ctr" bIns="36700" lIns="90000" spcFirstLastPara="1" rIns="90000" wrap="square" tIns="3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4" name="Google Shape;284;p1"/>
            <p:cNvSpPr/>
            <p:nvPr/>
          </p:nvSpPr>
          <p:spPr>
            <a:xfrm flipH="1">
              <a:off x="1101240" y="2725560"/>
              <a:ext cx="1850400" cy="1850040"/>
            </a:xfrm>
            <a:custGeom>
              <a:rect b="b" l="l" r="r" t="t"/>
              <a:pathLst>
                <a:path extrusionOk="0" h="5392" w="5393">
                  <a:moveTo>
                    <a:pt x="4603" y="789"/>
                  </a:moveTo>
                  <a:cubicBezTo>
                    <a:pt x="4938" y="1124"/>
                    <a:pt x="5178" y="1541"/>
                    <a:pt x="5301" y="1998"/>
                  </a:cubicBezTo>
                  <a:cubicBezTo>
                    <a:pt x="5423" y="2455"/>
                    <a:pt x="5423" y="2936"/>
                    <a:pt x="5301" y="3393"/>
                  </a:cubicBezTo>
                  <a:cubicBezTo>
                    <a:pt x="5178" y="3850"/>
                    <a:pt x="4938" y="4267"/>
                    <a:pt x="4603" y="4602"/>
                  </a:cubicBezTo>
                  <a:cubicBezTo>
                    <a:pt x="4268" y="4937"/>
                    <a:pt x="3851" y="5178"/>
                    <a:pt x="3394" y="5300"/>
                  </a:cubicBezTo>
                  <a:cubicBezTo>
                    <a:pt x="2937" y="5423"/>
                    <a:pt x="2456" y="5423"/>
                    <a:pt x="1999" y="5300"/>
                  </a:cubicBezTo>
                  <a:cubicBezTo>
                    <a:pt x="1541" y="5178"/>
                    <a:pt x="1125" y="4937"/>
                    <a:pt x="790" y="4602"/>
                  </a:cubicBezTo>
                  <a:cubicBezTo>
                    <a:pt x="455" y="4267"/>
                    <a:pt x="215" y="3850"/>
                    <a:pt x="92" y="3393"/>
                  </a:cubicBezTo>
                  <a:cubicBezTo>
                    <a:pt x="-30" y="2936"/>
                    <a:pt x="-30" y="2455"/>
                    <a:pt x="92" y="1998"/>
                  </a:cubicBezTo>
                  <a:cubicBezTo>
                    <a:pt x="215" y="1541"/>
                    <a:pt x="455" y="1124"/>
                    <a:pt x="790" y="789"/>
                  </a:cubicBezTo>
                  <a:cubicBezTo>
                    <a:pt x="1125" y="454"/>
                    <a:pt x="1541" y="214"/>
                    <a:pt x="1999" y="91"/>
                  </a:cubicBezTo>
                  <a:cubicBezTo>
                    <a:pt x="2456" y="-31"/>
                    <a:pt x="2937" y="-31"/>
                    <a:pt x="3394" y="91"/>
                  </a:cubicBezTo>
                  <a:cubicBezTo>
                    <a:pt x="3851" y="214"/>
                    <a:pt x="4268" y="454"/>
                    <a:pt x="4603" y="7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5" name="Google Shape;285;p1"/>
            <p:cNvSpPr/>
            <p:nvPr/>
          </p:nvSpPr>
          <p:spPr>
            <a:xfrm flipH="1">
              <a:off x="1196280" y="2821320"/>
              <a:ext cx="1659240" cy="1658520"/>
            </a:xfrm>
            <a:custGeom>
              <a:rect b="b" l="l" r="r" t="t"/>
              <a:pathLst>
                <a:path extrusionOk="0" h="4834" w="4836">
                  <a:moveTo>
                    <a:pt x="4128" y="707"/>
                  </a:moveTo>
                  <a:cubicBezTo>
                    <a:pt x="4428" y="1007"/>
                    <a:pt x="4644" y="1381"/>
                    <a:pt x="4754" y="1791"/>
                  </a:cubicBezTo>
                  <a:cubicBezTo>
                    <a:pt x="4864" y="2201"/>
                    <a:pt x="4864" y="2632"/>
                    <a:pt x="4754" y="3042"/>
                  </a:cubicBezTo>
                  <a:cubicBezTo>
                    <a:pt x="4644" y="3452"/>
                    <a:pt x="4428" y="3826"/>
                    <a:pt x="4128" y="4126"/>
                  </a:cubicBezTo>
                  <a:cubicBezTo>
                    <a:pt x="3828" y="4426"/>
                    <a:pt x="3454" y="4643"/>
                    <a:pt x="3044" y="4752"/>
                  </a:cubicBezTo>
                  <a:cubicBezTo>
                    <a:pt x="2634" y="4862"/>
                    <a:pt x="2203" y="4862"/>
                    <a:pt x="1793" y="4752"/>
                  </a:cubicBezTo>
                  <a:cubicBezTo>
                    <a:pt x="1383" y="4643"/>
                    <a:pt x="1009" y="4426"/>
                    <a:pt x="709" y="4126"/>
                  </a:cubicBezTo>
                  <a:cubicBezTo>
                    <a:pt x="409" y="3826"/>
                    <a:pt x="193" y="3452"/>
                    <a:pt x="83" y="3042"/>
                  </a:cubicBezTo>
                  <a:cubicBezTo>
                    <a:pt x="-27" y="2632"/>
                    <a:pt x="-27" y="2201"/>
                    <a:pt x="83" y="1791"/>
                  </a:cubicBezTo>
                  <a:cubicBezTo>
                    <a:pt x="193" y="1381"/>
                    <a:pt x="409" y="1007"/>
                    <a:pt x="709" y="707"/>
                  </a:cubicBezTo>
                  <a:cubicBezTo>
                    <a:pt x="1009" y="407"/>
                    <a:pt x="1383" y="191"/>
                    <a:pt x="1793" y="81"/>
                  </a:cubicBezTo>
                  <a:cubicBezTo>
                    <a:pt x="2203" y="-28"/>
                    <a:pt x="2634" y="-28"/>
                    <a:pt x="3044" y="81"/>
                  </a:cubicBezTo>
                  <a:cubicBezTo>
                    <a:pt x="3454" y="191"/>
                    <a:pt x="3828" y="407"/>
                    <a:pt x="4128" y="7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6" name="Google Shape;286;p1"/>
            <p:cNvSpPr/>
            <p:nvPr/>
          </p:nvSpPr>
          <p:spPr>
            <a:xfrm flipH="1">
              <a:off x="2148120" y="4119480"/>
              <a:ext cx="72000" cy="27720"/>
            </a:xfrm>
            <a:custGeom>
              <a:rect b="b" l="l" r="r" t="t"/>
              <a:pathLst>
                <a:path extrusionOk="0" h="82" w="211">
                  <a:moveTo>
                    <a:pt x="206" y="82"/>
                  </a:moveTo>
                  <a:lnTo>
                    <a:pt x="0" y="15"/>
                  </a:lnTo>
                  <a:lnTo>
                    <a:pt x="5" y="0"/>
                  </a:lnTo>
                  <a:lnTo>
                    <a:pt x="211" y="66"/>
                  </a:lnTo>
                  <a:lnTo>
                    <a:pt x="206" y="82"/>
                  </a:lnTo>
                  <a:close/>
                </a:path>
              </a:pathLst>
            </a:custGeom>
            <a:solidFill>
              <a:srgbClr val="FDD568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7" name="Google Shape;287;p1"/>
            <p:cNvSpPr/>
            <p:nvPr/>
          </p:nvSpPr>
          <p:spPr>
            <a:xfrm flipH="1">
              <a:off x="2145960" y="4113000"/>
              <a:ext cx="74160" cy="34200"/>
            </a:xfrm>
            <a:custGeom>
              <a:rect b="b" l="l" r="r" t="t"/>
              <a:pathLst>
                <a:path extrusionOk="0" h="101" w="217">
                  <a:moveTo>
                    <a:pt x="206" y="101"/>
                  </a:moveTo>
                  <a:lnTo>
                    <a:pt x="0" y="34"/>
                  </a:lnTo>
                  <a:lnTo>
                    <a:pt x="11" y="0"/>
                  </a:lnTo>
                  <a:lnTo>
                    <a:pt x="217" y="67"/>
                  </a:lnTo>
                  <a:lnTo>
                    <a:pt x="206" y="101"/>
                  </a:lnTo>
                  <a:close/>
                </a:path>
              </a:pathLst>
            </a:custGeom>
            <a:solidFill>
              <a:srgbClr val="FDD467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8" name="Google Shape;288;p1"/>
            <p:cNvSpPr/>
            <p:nvPr/>
          </p:nvSpPr>
          <p:spPr>
            <a:xfrm flipH="1">
              <a:off x="2143440" y="4106880"/>
              <a:ext cx="75960" cy="39240"/>
            </a:xfrm>
            <a:custGeom>
              <a:rect b="b" l="l" r="r" t="t"/>
              <a:pathLst>
                <a:path extrusionOk="0" h="115" w="222">
                  <a:moveTo>
                    <a:pt x="206" y="115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D366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9" name="Google Shape;289;p1"/>
            <p:cNvSpPr/>
            <p:nvPr/>
          </p:nvSpPr>
          <p:spPr>
            <a:xfrm flipH="1">
              <a:off x="2141280" y="4100400"/>
              <a:ext cx="75960" cy="39600"/>
            </a:xfrm>
            <a:custGeom>
              <a:rect b="b" l="l" r="r" t="t"/>
              <a:pathLst>
                <a:path extrusionOk="0" h="116" w="222">
                  <a:moveTo>
                    <a:pt x="206" y="116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2" y="66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D366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0" name="Google Shape;290;p1"/>
            <p:cNvSpPr/>
            <p:nvPr/>
          </p:nvSpPr>
          <p:spPr>
            <a:xfrm flipH="1">
              <a:off x="2139120" y="4094280"/>
              <a:ext cx="75960" cy="39240"/>
            </a:xfrm>
            <a:custGeom>
              <a:rect b="b" l="l" r="r" t="t"/>
              <a:pathLst>
                <a:path extrusionOk="0" h="115" w="222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D265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1" name="Google Shape;291;p1"/>
            <p:cNvSpPr/>
            <p:nvPr/>
          </p:nvSpPr>
          <p:spPr>
            <a:xfrm flipH="1">
              <a:off x="2136960" y="4087800"/>
              <a:ext cx="75960" cy="39600"/>
            </a:xfrm>
            <a:custGeom>
              <a:rect b="b" l="l" r="r" t="t"/>
              <a:pathLst>
                <a:path extrusionOk="0" h="116" w="222">
                  <a:moveTo>
                    <a:pt x="206" y="116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2" y="66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D164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2" name="Google Shape;292;p1"/>
            <p:cNvSpPr/>
            <p:nvPr/>
          </p:nvSpPr>
          <p:spPr>
            <a:xfrm flipH="1">
              <a:off x="2135160" y="4081320"/>
              <a:ext cx="75960" cy="39240"/>
            </a:xfrm>
            <a:custGeom>
              <a:rect b="b" l="l" r="r" t="t"/>
              <a:pathLst>
                <a:path extrusionOk="0" h="115" w="222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D16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3" name="Google Shape;293;p1"/>
            <p:cNvSpPr/>
            <p:nvPr/>
          </p:nvSpPr>
          <p:spPr>
            <a:xfrm flipH="1">
              <a:off x="2133000" y="4074840"/>
              <a:ext cx="75960" cy="39600"/>
            </a:xfrm>
            <a:custGeom>
              <a:rect b="b" l="l" r="r" t="t"/>
              <a:pathLst>
                <a:path extrusionOk="0" h="116" w="222">
                  <a:moveTo>
                    <a:pt x="206" y="116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D06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4" name="Google Shape;294;p1"/>
            <p:cNvSpPr/>
            <p:nvPr/>
          </p:nvSpPr>
          <p:spPr>
            <a:xfrm flipH="1">
              <a:off x="2130840" y="4068360"/>
              <a:ext cx="75960" cy="39600"/>
            </a:xfrm>
            <a:custGeom>
              <a:rect b="b" l="l" r="r" t="t"/>
              <a:pathLst>
                <a:path extrusionOk="0" h="116" w="222">
                  <a:moveTo>
                    <a:pt x="206" y="116"/>
                  </a:moveTo>
                  <a:lnTo>
                    <a:pt x="0" y="50"/>
                  </a:lnTo>
                  <a:lnTo>
                    <a:pt x="15" y="0"/>
                  </a:lnTo>
                  <a:lnTo>
                    <a:pt x="222" y="67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CF6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5" name="Google Shape;295;p1"/>
            <p:cNvSpPr/>
            <p:nvPr/>
          </p:nvSpPr>
          <p:spPr>
            <a:xfrm flipH="1">
              <a:off x="2128680" y="4062240"/>
              <a:ext cx="75960" cy="39240"/>
            </a:xfrm>
            <a:custGeom>
              <a:rect b="b" l="l" r="r" t="t"/>
              <a:pathLst>
                <a:path extrusionOk="0" h="115" w="222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CF6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6" name="Google Shape;296;p1"/>
            <p:cNvSpPr/>
            <p:nvPr/>
          </p:nvSpPr>
          <p:spPr>
            <a:xfrm flipH="1">
              <a:off x="2127600" y="4055760"/>
              <a:ext cx="76320" cy="39600"/>
            </a:xfrm>
            <a:custGeom>
              <a:rect b="b" l="l" r="r" t="t"/>
              <a:pathLst>
                <a:path extrusionOk="0" h="116" w="223">
                  <a:moveTo>
                    <a:pt x="207" y="116"/>
                  </a:moveTo>
                  <a:lnTo>
                    <a:pt x="0" y="50"/>
                  </a:lnTo>
                  <a:lnTo>
                    <a:pt x="16" y="0"/>
                  </a:lnTo>
                  <a:lnTo>
                    <a:pt x="223" y="67"/>
                  </a:lnTo>
                  <a:lnTo>
                    <a:pt x="207" y="116"/>
                  </a:lnTo>
                  <a:close/>
                </a:path>
              </a:pathLst>
            </a:custGeom>
            <a:solidFill>
              <a:srgbClr val="FDCE60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7" name="Google Shape;297;p1"/>
            <p:cNvSpPr/>
            <p:nvPr/>
          </p:nvSpPr>
          <p:spPr>
            <a:xfrm flipH="1">
              <a:off x="2124720" y="4049640"/>
              <a:ext cx="75960" cy="39240"/>
            </a:xfrm>
            <a:custGeom>
              <a:rect b="b" l="l" r="r" t="t"/>
              <a:pathLst>
                <a:path extrusionOk="0" h="115" w="222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CD5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8" name="Google Shape;298;p1"/>
            <p:cNvSpPr/>
            <p:nvPr/>
          </p:nvSpPr>
          <p:spPr>
            <a:xfrm flipH="1">
              <a:off x="2123280" y="4043160"/>
              <a:ext cx="76320" cy="39600"/>
            </a:xfrm>
            <a:custGeom>
              <a:rect b="b" l="l" r="r" t="t"/>
              <a:pathLst>
                <a:path extrusionOk="0" h="116" w="223">
                  <a:moveTo>
                    <a:pt x="207" y="116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3" y="67"/>
                  </a:lnTo>
                  <a:lnTo>
                    <a:pt x="207" y="116"/>
                  </a:lnTo>
                  <a:close/>
                </a:path>
              </a:pathLst>
            </a:custGeom>
            <a:solidFill>
              <a:srgbClr val="FDCD5E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9" name="Google Shape;299;p1"/>
            <p:cNvSpPr/>
            <p:nvPr/>
          </p:nvSpPr>
          <p:spPr>
            <a:xfrm flipH="1">
              <a:off x="2070000" y="4020120"/>
              <a:ext cx="150120" cy="49680"/>
            </a:xfrm>
            <a:custGeom>
              <a:rect b="b" l="l" r="r" t="t"/>
              <a:pathLst>
                <a:path extrusionOk="0" h="146" w="439">
                  <a:moveTo>
                    <a:pt x="88" y="41"/>
                  </a:moveTo>
                  <a:cubicBezTo>
                    <a:pt x="57" y="28"/>
                    <a:pt x="28" y="15"/>
                    <a:pt x="0" y="0"/>
                  </a:cubicBezTo>
                  <a:lnTo>
                    <a:pt x="439" y="142"/>
                  </a:lnTo>
                  <a:cubicBezTo>
                    <a:pt x="392" y="135"/>
                    <a:pt x="343" y="125"/>
                    <a:pt x="293" y="111"/>
                  </a:cubicBezTo>
                  <a:lnTo>
                    <a:pt x="282" y="146"/>
                  </a:lnTo>
                  <a:lnTo>
                    <a:pt x="75" y="79"/>
                  </a:lnTo>
                  <a:lnTo>
                    <a:pt x="88" y="41"/>
                  </a:lnTo>
                  <a:close/>
                </a:path>
              </a:pathLst>
            </a:custGeom>
            <a:solidFill>
              <a:srgbClr val="FDCB5D"/>
            </a:solidFill>
            <a:ln>
              <a:noFill/>
            </a:ln>
          </p:spPr>
          <p:txBody>
            <a:bodyPr anchorCtr="1" anchor="ctr" bIns="7550" lIns="90000" spcFirstLastPara="1" rIns="90000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0" name="Google Shape;300;p1"/>
            <p:cNvSpPr/>
            <p:nvPr/>
          </p:nvSpPr>
          <p:spPr>
            <a:xfrm flipH="1">
              <a:off x="2038680" y="4003560"/>
              <a:ext cx="212400" cy="68400"/>
            </a:xfrm>
            <a:custGeom>
              <a:rect b="b" l="l" r="r" t="t"/>
              <a:pathLst>
                <a:path extrusionOk="0" h="200" w="620">
                  <a:moveTo>
                    <a:pt x="175" y="89"/>
                  </a:moveTo>
                  <a:cubicBezTo>
                    <a:pt x="112" y="63"/>
                    <a:pt x="54" y="33"/>
                    <a:pt x="0" y="0"/>
                  </a:cubicBezTo>
                  <a:lnTo>
                    <a:pt x="620" y="200"/>
                  </a:lnTo>
                  <a:cubicBezTo>
                    <a:pt x="544" y="195"/>
                    <a:pt x="464" y="182"/>
                    <a:pt x="380" y="159"/>
                  </a:cubicBezTo>
                  <a:lnTo>
                    <a:pt x="375" y="175"/>
                  </a:lnTo>
                  <a:lnTo>
                    <a:pt x="168" y="109"/>
                  </a:lnTo>
                  <a:lnTo>
                    <a:pt x="175" y="89"/>
                  </a:lnTo>
                  <a:close/>
                </a:path>
              </a:pathLst>
            </a:custGeom>
            <a:solidFill>
              <a:srgbClr val="FDCB5C"/>
            </a:solidFill>
            <a:ln>
              <a:noFill/>
            </a:ln>
          </p:spPr>
          <p:txBody>
            <a:bodyPr anchorCtr="1" anchor="ctr" bIns="27000" lIns="90000" spcFirstLastPara="1" rIns="90000" wrap="square" tIns="27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1" name="Google Shape;301;p1"/>
            <p:cNvSpPr/>
            <p:nvPr/>
          </p:nvSpPr>
          <p:spPr>
            <a:xfrm flipH="1">
              <a:off x="2013840" y="3989520"/>
              <a:ext cx="259200" cy="83520"/>
            </a:xfrm>
            <a:custGeom>
              <a:rect b="b" l="l" r="r" t="t"/>
              <a:pathLst>
                <a:path extrusionOk="0" h="244" w="756">
                  <a:moveTo>
                    <a:pt x="239" y="130"/>
                  </a:moveTo>
                  <a:cubicBezTo>
                    <a:pt x="151" y="93"/>
                    <a:pt x="71" y="49"/>
                    <a:pt x="0" y="0"/>
                  </a:cubicBezTo>
                  <a:lnTo>
                    <a:pt x="756" y="244"/>
                  </a:lnTo>
                  <a:cubicBezTo>
                    <a:pt x="670" y="244"/>
                    <a:pt x="578" y="233"/>
                    <a:pt x="480" y="209"/>
                  </a:cubicBezTo>
                  <a:lnTo>
                    <a:pt x="238" y="131"/>
                  </a:lnTo>
                  <a:lnTo>
                    <a:pt x="239" y="130"/>
                  </a:lnTo>
                  <a:close/>
                </a:path>
              </a:pathLst>
            </a:custGeom>
            <a:solidFill>
              <a:srgbClr val="FDCA5B"/>
            </a:solidFill>
            <a:ln>
              <a:noFill/>
            </a:ln>
          </p:spPr>
          <p:txBody>
            <a:bodyPr anchorCtr="1" anchor="ctr" bIns="41750" lIns="90000" spcFirstLastPara="1" rIns="9000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2" name="Google Shape;302;p1"/>
            <p:cNvSpPr/>
            <p:nvPr/>
          </p:nvSpPr>
          <p:spPr>
            <a:xfrm flipH="1">
              <a:off x="1994040" y="3977280"/>
              <a:ext cx="295920" cy="95760"/>
            </a:xfrm>
            <a:custGeom>
              <a:rect b="b" l="l" r="r" t="t"/>
              <a:pathLst>
                <a:path extrusionOk="0" h="280" w="863">
                  <a:moveTo>
                    <a:pt x="0" y="0"/>
                  </a:moveTo>
                  <a:lnTo>
                    <a:pt x="863" y="278"/>
                  </a:lnTo>
                  <a:cubicBezTo>
                    <a:pt x="803" y="282"/>
                    <a:pt x="740" y="280"/>
                    <a:pt x="675" y="272"/>
                  </a:cubicBezTo>
                  <a:lnTo>
                    <a:pt x="166" y="108"/>
                  </a:lnTo>
                  <a:cubicBezTo>
                    <a:pt x="106" y="75"/>
                    <a:pt x="50" y="39"/>
                    <a:pt x="0" y="0"/>
                  </a:cubicBezTo>
                  <a:close/>
                </a:path>
              </a:pathLst>
            </a:custGeom>
            <a:solidFill>
              <a:srgbClr val="FDC95A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3" name="Google Shape;303;p1"/>
            <p:cNvSpPr/>
            <p:nvPr/>
          </p:nvSpPr>
          <p:spPr>
            <a:xfrm flipH="1">
              <a:off x="1977480" y="3965400"/>
              <a:ext cx="326160" cy="107280"/>
            </a:xfrm>
            <a:custGeom>
              <a:rect b="b" l="l" r="r" t="t"/>
              <a:pathLst>
                <a:path extrusionOk="0" h="314" w="951">
                  <a:moveTo>
                    <a:pt x="0" y="0"/>
                  </a:moveTo>
                  <a:lnTo>
                    <a:pt x="951" y="307"/>
                  </a:lnTo>
                  <a:cubicBezTo>
                    <a:pt x="903" y="313"/>
                    <a:pt x="853" y="315"/>
                    <a:pt x="801" y="313"/>
                  </a:cubicBezTo>
                  <a:lnTo>
                    <a:pt x="127" y="95"/>
                  </a:lnTo>
                  <a:cubicBezTo>
                    <a:pt x="81" y="66"/>
                    <a:pt x="39" y="34"/>
                    <a:pt x="0" y="0"/>
                  </a:cubicBezTo>
                  <a:close/>
                </a:path>
              </a:pathLst>
            </a:custGeom>
            <a:solidFill>
              <a:srgbClr val="FDC959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4" name="Google Shape;304;p1"/>
            <p:cNvSpPr/>
            <p:nvPr/>
          </p:nvSpPr>
          <p:spPr>
            <a:xfrm flipH="1">
              <a:off x="1961280" y="3954960"/>
              <a:ext cx="353160" cy="117720"/>
            </a:xfrm>
            <a:custGeom>
              <a:rect b="b" l="l" r="r" t="t"/>
              <a:pathLst>
                <a:path extrusionOk="0" h="344" w="1030">
                  <a:moveTo>
                    <a:pt x="0" y="0"/>
                  </a:moveTo>
                  <a:lnTo>
                    <a:pt x="1030" y="332"/>
                  </a:lnTo>
                  <a:cubicBezTo>
                    <a:pt x="988" y="339"/>
                    <a:pt x="944" y="343"/>
                    <a:pt x="898" y="344"/>
                  </a:cubicBezTo>
                  <a:lnTo>
                    <a:pt x="106" y="89"/>
                  </a:lnTo>
                  <a:cubicBezTo>
                    <a:pt x="68" y="61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FDC859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5" name="Google Shape;305;p1"/>
            <p:cNvSpPr/>
            <p:nvPr/>
          </p:nvSpPr>
          <p:spPr>
            <a:xfrm flipH="1">
              <a:off x="1948320" y="3944520"/>
              <a:ext cx="376200" cy="127080"/>
            </a:xfrm>
            <a:custGeom>
              <a:rect b="b" l="l" r="r" t="t"/>
              <a:pathLst>
                <a:path extrusionOk="0" h="371" w="1097">
                  <a:moveTo>
                    <a:pt x="0" y="0"/>
                  </a:moveTo>
                  <a:lnTo>
                    <a:pt x="1097" y="354"/>
                  </a:lnTo>
                  <a:cubicBezTo>
                    <a:pt x="1061" y="362"/>
                    <a:pt x="1023" y="368"/>
                    <a:pt x="983" y="371"/>
                  </a:cubicBezTo>
                  <a:lnTo>
                    <a:pt x="88" y="83"/>
                  </a:lnTo>
                  <a:cubicBezTo>
                    <a:pt x="56" y="56"/>
                    <a:pt x="27" y="29"/>
                    <a:pt x="0" y="0"/>
                  </a:cubicBezTo>
                  <a:close/>
                </a:path>
              </a:pathLst>
            </a:custGeom>
            <a:solidFill>
              <a:srgbClr val="FDC758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6" name="Google Shape;306;p1"/>
            <p:cNvSpPr/>
            <p:nvPr/>
          </p:nvSpPr>
          <p:spPr>
            <a:xfrm flipH="1">
              <a:off x="1935720" y="3934800"/>
              <a:ext cx="397800" cy="135000"/>
            </a:xfrm>
            <a:custGeom>
              <a:rect b="b" l="l" r="r" t="t"/>
              <a:pathLst>
                <a:path extrusionOk="0" h="394" w="1160">
                  <a:moveTo>
                    <a:pt x="0" y="0"/>
                  </a:moveTo>
                  <a:lnTo>
                    <a:pt x="1160" y="373"/>
                  </a:lnTo>
                  <a:cubicBezTo>
                    <a:pt x="1126" y="382"/>
                    <a:pt x="1091" y="389"/>
                    <a:pt x="1055" y="394"/>
                  </a:cubicBezTo>
                  <a:lnTo>
                    <a:pt x="77" y="79"/>
                  </a:lnTo>
                  <a:cubicBezTo>
                    <a:pt x="49" y="54"/>
                    <a:pt x="24" y="27"/>
                    <a:pt x="0" y="0"/>
                  </a:cubicBezTo>
                  <a:close/>
                </a:path>
              </a:pathLst>
            </a:custGeom>
            <a:solidFill>
              <a:srgbClr val="FDC757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7" name="Google Shape;307;p1"/>
            <p:cNvSpPr/>
            <p:nvPr/>
          </p:nvSpPr>
          <p:spPr>
            <a:xfrm flipH="1">
              <a:off x="1924560" y="3925440"/>
              <a:ext cx="416520" cy="142200"/>
            </a:xfrm>
            <a:custGeom>
              <a:rect b="b" l="l" r="r" t="t"/>
              <a:pathLst>
                <a:path extrusionOk="0" h="415" w="1215">
                  <a:moveTo>
                    <a:pt x="0" y="0"/>
                  </a:moveTo>
                  <a:lnTo>
                    <a:pt x="1215" y="391"/>
                  </a:lnTo>
                  <a:cubicBezTo>
                    <a:pt x="1185" y="401"/>
                    <a:pt x="1154" y="409"/>
                    <a:pt x="1121" y="415"/>
                  </a:cubicBezTo>
                  <a:lnTo>
                    <a:pt x="67" y="75"/>
                  </a:lnTo>
                  <a:cubicBezTo>
                    <a:pt x="43" y="51"/>
                    <a:pt x="21" y="26"/>
                    <a:pt x="0" y="0"/>
                  </a:cubicBezTo>
                  <a:close/>
                </a:path>
              </a:pathLst>
            </a:custGeom>
            <a:solidFill>
              <a:srgbClr val="FDC65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8" name="Google Shape;308;p1"/>
            <p:cNvSpPr/>
            <p:nvPr/>
          </p:nvSpPr>
          <p:spPr>
            <a:xfrm flipH="1">
              <a:off x="1914840" y="3915720"/>
              <a:ext cx="434160" cy="149040"/>
            </a:xfrm>
            <a:custGeom>
              <a:rect b="b" l="l" r="r" t="t"/>
              <a:pathLst>
                <a:path extrusionOk="0" h="435" w="1266">
                  <a:moveTo>
                    <a:pt x="0" y="0"/>
                  </a:moveTo>
                  <a:lnTo>
                    <a:pt x="1266" y="409"/>
                  </a:lnTo>
                  <a:cubicBezTo>
                    <a:pt x="1239" y="419"/>
                    <a:pt x="1210" y="428"/>
                    <a:pt x="1180" y="435"/>
                  </a:cubicBezTo>
                  <a:lnTo>
                    <a:pt x="59" y="74"/>
                  </a:lnTo>
                  <a:cubicBezTo>
                    <a:pt x="38" y="50"/>
                    <a:pt x="18" y="26"/>
                    <a:pt x="0" y="0"/>
                  </a:cubicBezTo>
                  <a:close/>
                </a:path>
              </a:pathLst>
            </a:custGeom>
            <a:solidFill>
              <a:srgbClr val="FDC55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9" name="Google Shape;309;p1"/>
            <p:cNvSpPr/>
            <p:nvPr/>
          </p:nvSpPr>
          <p:spPr>
            <a:xfrm flipH="1">
              <a:off x="1904400" y="3907080"/>
              <a:ext cx="449640" cy="154440"/>
            </a:xfrm>
            <a:custGeom>
              <a:rect b="b" l="l" r="r" t="t"/>
              <a:pathLst>
                <a:path extrusionOk="0" h="451" w="1311">
                  <a:moveTo>
                    <a:pt x="0" y="0"/>
                  </a:moveTo>
                  <a:lnTo>
                    <a:pt x="1311" y="423"/>
                  </a:lnTo>
                  <a:cubicBezTo>
                    <a:pt x="1286" y="434"/>
                    <a:pt x="1259" y="443"/>
                    <a:pt x="1231" y="451"/>
                  </a:cubicBezTo>
                  <a:lnTo>
                    <a:pt x="51" y="70"/>
                  </a:lnTo>
                  <a:cubicBezTo>
                    <a:pt x="33" y="47"/>
                    <a:pt x="15" y="24"/>
                    <a:pt x="0" y="0"/>
                  </a:cubicBezTo>
                  <a:close/>
                </a:path>
              </a:pathLst>
            </a:custGeom>
            <a:solidFill>
              <a:srgbClr val="FDC55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0" name="Google Shape;310;p1"/>
            <p:cNvSpPr/>
            <p:nvPr/>
          </p:nvSpPr>
          <p:spPr>
            <a:xfrm flipH="1">
              <a:off x="1894680" y="3898080"/>
              <a:ext cx="464760" cy="159840"/>
            </a:xfrm>
            <a:custGeom>
              <a:rect b="b" l="l" r="r" t="t"/>
              <a:pathLst>
                <a:path extrusionOk="0" h="467" w="1355">
                  <a:moveTo>
                    <a:pt x="0" y="0"/>
                  </a:moveTo>
                  <a:lnTo>
                    <a:pt x="1355" y="437"/>
                  </a:lnTo>
                  <a:cubicBezTo>
                    <a:pt x="1331" y="448"/>
                    <a:pt x="1306" y="458"/>
                    <a:pt x="1280" y="467"/>
                  </a:cubicBezTo>
                  <a:lnTo>
                    <a:pt x="47" y="70"/>
                  </a:lnTo>
                  <a:cubicBezTo>
                    <a:pt x="29" y="47"/>
                    <a:pt x="14" y="24"/>
                    <a:pt x="0" y="0"/>
                  </a:cubicBezTo>
                  <a:close/>
                </a:path>
              </a:pathLst>
            </a:custGeom>
            <a:solidFill>
              <a:srgbClr val="FDC45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1" name="Google Shape;311;p1"/>
            <p:cNvSpPr/>
            <p:nvPr/>
          </p:nvSpPr>
          <p:spPr>
            <a:xfrm flipH="1">
              <a:off x="1886400" y="3889800"/>
              <a:ext cx="477720" cy="164880"/>
            </a:xfrm>
            <a:custGeom>
              <a:rect b="b" l="l" r="r" t="t"/>
              <a:pathLst>
                <a:path extrusionOk="0" h="481" w="1393">
                  <a:moveTo>
                    <a:pt x="0" y="0"/>
                  </a:moveTo>
                  <a:lnTo>
                    <a:pt x="1393" y="450"/>
                  </a:lnTo>
                  <a:cubicBezTo>
                    <a:pt x="1371" y="461"/>
                    <a:pt x="1347" y="472"/>
                    <a:pt x="1323" y="481"/>
                  </a:cubicBezTo>
                  <a:lnTo>
                    <a:pt x="41" y="68"/>
                  </a:lnTo>
                  <a:cubicBezTo>
                    <a:pt x="26" y="46"/>
                    <a:pt x="12" y="23"/>
                    <a:pt x="0" y="0"/>
                  </a:cubicBezTo>
                  <a:close/>
                </a:path>
              </a:pathLst>
            </a:custGeom>
            <a:solidFill>
              <a:srgbClr val="FDC35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2" name="Google Shape;312;p1"/>
            <p:cNvSpPr/>
            <p:nvPr/>
          </p:nvSpPr>
          <p:spPr>
            <a:xfrm flipH="1">
              <a:off x="1878480" y="3881160"/>
              <a:ext cx="489960" cy="169200"/>
            </a:xfrm>
            <a:custGeom>
              <a:rect b="b" l="l" r="r" t="t"/>
              <a:pathLst>
                <a:path extrusionOk="0" h="494" w="1429">
                  <a:moveTo>
                    <a:pt x="0" y="0"/>
                  </a:moveTo>
                  <a:lnTo>
                    <a:pt x="1429" y="461"/>
                  </a:lnTo>
                  <a:cubicBezTo>
                    <a:pt x="1408" y="473"/>
                    <a:pt x="1386" y="484"/>
                    <a:pt x="1363" y="494"/>
                  </a:cubicBezTo>
                  <a:lnTo>
                    <a:pt x="36" y="67"/>
                  </a:lnTo>
                  <a:cubicBezTo>
                    <a:pt x="23" y="45"/>
                    <a:pt x="10" y="23"/>
                    <a:pt x="0" y="0"/>
                  </a:cubicBezTo>
                  <a:close/>
                </a:path>
              </a:pathLst>
            </a:custGeom>
            <a:solidFill>
              <a:srgbClr val="FDC35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3" name="Google Shape;313;p1"/>
            <p:cNvSpPr/>
            <p:nvPr/>
          </p:nvSpPr>
          <p:spPr>
            <a:xfrm flipH="1">
              <a:off x="1871280" y="3873240"/>
              <a:ext cx="501840" cy="173160"/>
            </a:xfrm>
            <a:custGeom>
              <a:rect b="b" l="l" r="r" t="t"/>
              <a:pathLst>
                <a:path extrusionOk="0" h="506" w="1463">
                  <a:moveTo>
                    <a:pt x="0" y="0"/>
                  </a:moveTo>
                  <a:lnTo>
                    <a:pt x="1463" y="471"/>
                  </a:lnTo>
                  <a:cubicBezTo>
                    <a:pt x="1443" y="483"/>
                    <a:pt x="1422" y="495"/>
                    <a:pt x="1400" y="506"/>
                  </a:cubicBezTo>
                  <a:lnTo>
                    <a:pt x="32" y="64"/>
                  </a:lnTo>
                  <a:cubicBezTo>
                    <a:pt x="20" y="43"/>
                    <a:pt x="9" y="22"/>
                    <a:pt x="0" y="0"/>
                  </a:cubicBezTo>
                  <a:close/>
                </a:path>
              </a:pathLst>
            </a:custGeom>
            <a:solidFill>
              <a:srgbClr val="FDC25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4" name="Google Shape;314;p1"/>
            <p:cNvSpPr/>
            <p:nvPr/>
          </p:nvSpPr>
          <p:spPr>
            <a:xfrm flipH="1">
              <a:off x="1863360" y="3864960"/>
              <a:ext cx="512280" cy="177120"/>
            </a:xfrm>
            <a:custGeom>
              <a:rect b="b" l="l" r="r" t="t"/>
              <a:pathLst>
                <a:path extrusionOk="0" h="517" w="1494">
                  <a:moveTo>
                    <a:pt x="0" y="0"/>
                  </a:moveTo>
                  <a:lnTo>
                    <a:pt x="1494" y="482"/>
                  </a:lnTo>
                  <a:cubicBezTo>
                    <a:pt x="1475" y="494"/>
                    <a:pt x="1455" y="506"/>
                    <a:pt x="1435" y="517"/>
                  </a:cubicBezTo>
                  <a:lnTo>
                    <a:pt x="28" y="63"/>
                  </a:lnTo>
                  <a:cubicBezTo>
                    <a:pt x="18" y="42"/>
                    <a:pt x="8" y="21"/>
                    <a:pt x="0" y="0"/>
                  </a:cubicBezTo>
                  <a:close/>
                </a:path>
              </a:pathLst>
            </a:custGeom>
            <a:solidFill>
              <a:srgbClr val="FDC150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5" name="Google Shape;315;p1"/>
            <p:cNvSpPr/>
            <p:nvPr/>
          </p:nvSpPr>
          <p:spPr>
            <a:xfrm flipH="1">
              <a:off x="1857240" y="3857040"/>
              <a:ext cx="522000" cy="180360"/>
            </a:xfrm>
            <a:custGeom>
              <a:rect b="b" l="l" r="r" t="t"/>
              <a:pathLst>
                <a:path extrusionOk="0" h="527" w="1522">
                  <a:moveTo>
                    <a:pt x="0" y="0"/>
                  </a:moveTo>
                  <a:lnTo>
                    <a:pt x="1522" y="490"/>
                  </a:lnTo>
                  <a:cubicBezTo>
                    <a:pt x="1504" y="503"/>
                    <a:pt x="1485" y="516"/>
                    <a:pt x="1466" y="527"/>
                  </a:cubicBezTo>
                  <a:lnTo>
                    <a:pt x="25" y="62"/>
                  </a:lnTo>
                  <a:cubicBezTo>
                    <a:pt x="15" y="42"/>
                    <a:pt x="7" y="21"/>
                    <a:pt x="0" y="0"/>
                  </a:cubicBezTo>
                  <a:close/>
                </a:path>
              </a:pathLst>
            </a:custGeom>
            <a:solidFill>
              <a:srgbClr val="FDC150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6" name="Google Shape;316;p1"/>
            <p:cNvSpPr/>
            <p:nvPr/>
          </p:nvSpPr>
          <p:spPr>
            <a:xfrm flipH="1">
              <a:off x="1850040" y="3849120"/>
              <a:ext cx="531000" cy="183600"/>
            </a:xfrm>
            <a:custGeom>
              <a:rect b="b" l="l" r="r" t="t"/>
              <a:pathLst>
                <a:path extrusionOk="0" h="536" w="1548">
                  <a:moveTo>
                    <a:pt x="0" y="0"/>
                  </a:moveTo>
                  <a:lnTo>
                    <a:pt x="1548" y="499"/>
                  </a:lnTo>
                  <a:cubicBezTo>
                    <a:pt x="1532" y="512"/>
                    <a:pt x="1514" y="525"/>
                    <a:pt x="1496" y="536"/>
                  </a:cubicBezTo>
                  <a:lnTo>
                    <a:pt x="22" y="61"/>
                  </a:lnTo>
                  <a:cubicBezTo>
                    <a:pt x="14" y="41"/>
                    <a:pt x="7" y="21"/>
                    <a:pt x="0" y="0"/>
                  </a:cubicBezTo>
                  <a:close/>
                </a:path>
              </a:pathLst>
            </a:custGeom>
            <a:solidFill>
              <a:srgbClr val="FDC04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7" name="Google Shape;317;p1"/>
            <p:cNvSpPr/>
            <p:nvPr/>
          </p:nvSpPr>
          <p:spPr>
            <a:xfrm flipH="1">
              <a:off x="1843560" y="3841560"/>
              <a:ext cx="539640" cy="186480"/>
            </a:xfrm>
            <a:custGeom>
              <a:rect b="b" l="l" r="r" t="t"/>
              <a:pathLst>
                <a:path extrusionOk="0" h="544" w="1573">
                  <a:moveTo>
                    <a:pt x="0" y="0"/>
                  </a:moveTo>
                  <a:lnTo>
                    <a:pt x="1573" y="506"/>
                  </a:lnTo>
                  <a:cubicBezTo>
                    <a:pt x="1557" y="520"/>
                    <a:pt x="1540" y="532"/>
                    <a:pt x="1523" y="544"/>
                  </a:cubicBezTo>
                  <a:lnTo>
                    <a:pt x="19" y="60"/>
                  </a:lnTo>
                  <a:cubicBezTo>
                    <a:pt x="12" y="40"/>
                    <a:pt x="5" y="20"/>
                    <a:pt x="0" y="0"/>
                  </a:cubicBezTo>
                  <a:close/>
                </a:path>
              </a:pathLst>
            </a:custGeom>
            <a:solidFill>
              <a:srgbClr val="FDBF4E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8" name="Google Shape;318;p1"/>
            <p:cNvSpPr/>
            <p:nvPr/>
          </p:nvSpPr>
          <p:spPr>
            <a:xfrm flipH="1">
              <a:off x="1838160" y="3833640"/>
              <a:ext cx="546840" cy="189720"/>
            </a:xfrm>
            <a:custGeom>
              <a:rect b="b" l="l" r="r" t="t"/>
              <a:pathLst>
                <a:path extrusionOk="0" h="554" w="1594">
                  <a:moveTo>
                    <a:pt x="0" y="0"/>
                  </a:moveTo>
                  <a:lnTo>
                    <a:pt x="1594" y="515"/>
                  </a:lnTo>
                  <a:cubicBezTo>
                    <a:pt x="1579" y="528"/>
                    <a:pt x="1564" y="541"/>
                    <a:pt x="1547" y="554"/>
                  </a:cubicBezTo>
                  <a:lnTo>
                    <a:pt x="16" y="60"/>
                  </a:lnTo>
                  <a:cubicBezTo>
                    <a:pt x="10" y="40"/>
                    <a:pt x="4" y="20"/>
                    <a:pt x="0" y="0"/>
                  </a:cubicBezTo>
                  <a:close/>
                </a:path>
              </a:pathLst>
            </a:custGeom>
            <a:solidFill>
              <a:srgbClr val="FDBF4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9" name="Google Shape;319;p1"/>
            <p:cNvSpPr/>
            <p:nvPr/>
          </p:nvSpPr>
          <p:spPr>
            <a:xfrm flipH="1">
              <a:off x="1833120" y="3826080"/>
              <a:ext cx="554400" cy="192240"/>
            </a:xfrm>
            <a:custGeom>
              <a:rect b="b" l="l" r="r" t="t"/>
              <a:pathLst>
                <a:path extrusionOk="0" h="561" w="1616">
                  <a:moveTo>
                    <a:pt x="0" y="0"/>
                  </a:moveTo>
                  <a:lnTo>
                    <a:pt x="1616" y="521"/>
                  </a:lnTo>
                  <a:cubicBezTo>
                    <a:pt x="1602" y="535"/>
                    <a:pt x="1587" y="548"/>
                    <a:pt x="1571" y="561"/>
                  </a:cubicBezTo>
                  <a:lnTo>
                    <a:pt x="14" y="59"/>
                  </a:lnTo>
                  <a:cubicBezTo>
                    <a:pt x="8" y="40"/>
                    <a:pt x="4" y="20"/>
                    <a:pt x="0" y="0"/>
                  </a:cubicBezTo>
                  <a:close/>
                </a:path>
              </a:pathLst>
            </a:custGeom>
            <a:solidFill>
              <a:srgbClr val="FDBE4C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0" name="Google Shape;320;p1"/>
            <p:cNvSpPr/>
            <p:nvPr/>
          </p:nvSpPr>
          <p:spPr>
            <a:xfrm flipH="1">
              <a:off x="1828080" y="3818880"/>
              <a:ext cx="560880" cy="194400"/>
            </a:xfrm>
            <a:custGeom>
              <a:rect b="b" l="l" r="r" t="t"/>
              <a:pathLst>
                <a:path extrusionOk="0" h="567" w="1635">
                  <a:moveTo>
                    <a:pt x="0" y="0"/>
                  </a:moveTo>
                  <a:lnTo>
                    <a:pt x="1635" y="527"/>
                  </a:lnTo>
                  <a:cubicBezTo>
                    <a:pt x="1622" y="541"/>
                    <a:pt x="1607" y="555"/>
                    <a:pt x="1592" y="567"/>
                  </a:cubicBezTo>
                  <a:lnTo>
                    <a:pt x="12" y="58"/>
                  </a:lnTo>
                  <a:cubicBezTo>
                    <a:pt x="7" y="39"/>
                    <a:pt x="3" y="19"/>
                    <a:pt x="0" y="0"/>
                  </a:cubicBezTo>
                  <a:close/>
                </a:path>
              </a:pathLst>
            </a:custGeom>
            <a:solidFill>
              <a:srgbClr val="FDBD4C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1" name="Google Shape;321;p1"/>
            <p:cNvSpPr/>
            <p:nvPr/>
          </p:nvSpPr>
          <p:spPr>
            <a:xfrm flipH="1">
              <a:off x="1821960" y="3811320"/>
              <a:ext cx="567000" cy="196560"/>
            </a:xfrm>
            <a:custGeom>
              <a:rect b="b" l="l" r="r" t="t"/>
              <a:pathLst>
                <a:path extrusionOk="0" h="574" w="1653">
                  <a:moveTo>
                    <a:pt x="0" y="0"/>
                  </a:moveTo>
                  <a:lnTo>
                    <a:pt x="1653" y="533"/>
                  </a:lnTo>
                  <a:cubicBezTo>
                    <a:pt x="1640" y="547"/>
                    <a:pt x="1627" y="561"/>
                    <a:pt x="1613" y="574"/>
                  </a:cubicBezTo>
                  <a:lnTo>
                    <a:pt x="10" y="58"/>
                  </a:lnTo>
                  <a:cubicBezTo>
                    <a:pt x="6" y="39"/>
                    <a:pt x="3" y="19"/>
                    <a:pt x="0" y="0"/>
                  </a:cubicBezTo>
                  <a:close/>
                </a:path>
              </a:pathLst>
            </a:custGeom>
            <a:solidFill>
              <a:srgbClr val="FDBD4B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2" name="Google Shape;322;p1"/>
            <p:cNvSpPr/>
            <p:nvPr/>
          </p:nvSpPr>
          <p:spPr>
            <a:xfrm flipH="1">
              <a:off x="1812240" y="3795840"/>
              <a:ext cx="577800" cy="207000"/>
            </a:xfrm>
            <a:custGeom>
              <a:rect b="b" l="l" r="r" t="t"/>
              <a:pathLst>
                <a:path extrusionOk="0" h="604" w="1685">
                  <a:moveTo>
                    <a:pt x="0" y="0"/>
                  </a:moveTo>
                  <a:lnTo>
                    <a:pt x="675" y="218"/>
                  </a:lnTo>
                  <a:cubicBezTo>
                    <a:pt x="689" y="233"/>
                    <a:pt x="705" y="246"/>
                    <a:pt x="722" y="259"/>
                  </a:cubicBezTo>
                  <a:lnTo>
                    <a:pt x="730" y="236"/>
                  </a:lnTo>
                  <a:lnTo>
                    <a:pt x="936" y="302"/>
                  </a:lnTo>
                  <a:lnTo>
                    <a:pt x="925" y="335"/>
                  </a:lnTo>
                  <a:cubicBezTo>
                    <a:pt x="963" y="340"/>
                    <a:pt x="998" y="340"/>
                    <a:pt x="1031" y="333"/>
                  </a:cubicBezTo>
                  <a:lnTo>
                    <a:pt x="1685" y="544"/>
                  </a:lnTo>
                  <a:cubicBezTo>
                    <a:pt x="1668" y="565"/>
                    <a:pt x="1650" y="585"/>
                    <a:pt x="1631" y="604"/>
                  </a:cubicBezTo>
                  <a:lnTo>
                    <a:pt x="9" y="81"/>
                  </a:lnTo>
                  <a:cubicBezTo>
                    <a:pt x="4" y="54"/>
                    <a:pt x="1" y="28"/>
                    <a:pt x="0" y="0"/>
                  </a:cubicBezTo>
                  <a:close/>
                </a:path>
              </a:pathLst>
            </a:custGeom>
            <a:solidFill>
              <a:srgbClr val="FDBC4A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3" name="Google Shape;323;p1"/>
            <p:cNvSpPr/>
            <p:nvPr/>
          </p:nvSpPr>
          <p:spPr>
            <a:xfrm flipH="1">
              <a:off x="1804320" y="3781440"/>
              <a:ext cx="586800" cy="209880"/>
            </a:xfrm>
            <a:custGeom>
              <a:rect b="b" l="l" r="r" t="t"/>
              <a:pathLst>
                <a:path extrusionOk="0" h="613" w="1711">
                  <a:moveTo>
                    <a:pt x="0" y="0"/>
                  </a:moveTo>
                  <a:lnTo>
                    <a:pt x="637" y="205"/>
                  </a:lnTo>
                  <a:cubicBezTo>
                    <a:pt x="656" y="242"/>
                    <a:pt x="685" y="274"/>
                    <a:pt x="723" y="301"/>
                  </a:cubicBezTo>
                  <a:lnTo>
                    <a:pt x="743" y="239"/>
                  </a:lnTo>
                  <a:lnTo>
                    <a:pt x="949" y="306"/>
                  </a:lnTo>
                  <a:lnTo>
                    <a:pt x="927" y="375"/>
                  </a:lnTo>
                  <a:lnTo>
                    <a:pt x="4" y="77"/>
                  </a:lnTo>
                  <a:cubicBezTo>
                    <a:pt x="1" y="52"/>
                    <a:pt x="0" y="26"/>
                    <a:pt x="0" y="0"/>
                  </a:cubicBezTo>
                  <a:moveTo>
                    <a:pt x="1663" y="613"/>
                  </a:moveTo>
                  <a:lnTo>
                    <a:pt x="936" y="378"/>
                  </a:lnTo>
                  <a:cubicBezTo>
                    <a:pt x="996" y="385"/>
                    <a:pt x="1051" y="376"/>
                    <a:pt x="1096" y="353"/>
                  </a:cubicBezTo>
                  <a:lnTo>
                    <a:pt x="1711" y="551"/>
                  </a:lnTo>
                  <a:cubicBezTo>
                    <a:pt x="1696" y="573"/>
                    <a:pt x="1680" y="593"/>
                    <a:pt x="1663" y="613"/>
                  </a:cubicBezTo>
                  <a:close/>
                </a:path>
              </a:pathLst>
            </a:custGeom>
            <a:solidFill>
              <a:srgbClr val="FDBD4B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4" name="Google Shape;324;p1"/>
            <p:cNvSpPr/>
            <p:nvPr/>
          </p:nvSpPr>
          <p:spPr>
            <a:xfrm flipH="1">
              <a:off x="1796040" y="3767040"/>
              <a:ext cx="594360" cy="212760"/>
            </a:xfrm>
            <a:custGeom>
              <a:rect b="b" l="l" r="r" t="t"/>
              <a:pathLst>
                <a:path extrusionOk="0" h="621" w="1733">
                  <a:moveTo>
                    <a:pt x="2" y="0"/>
                  </a:moveTo>
                  <a:lnTo>
                    <a:pt x="617" y="198"/>
                  </a:lnTo>
                  <a:cubicBezTo>
                    <a:pt x="626" y="232"/>
                    <a:pt x="643" y="263"/>
                    <a:pt x="666" y="290"/>
                  </a:cubicBezTo>
                  <a:lnTo>
                    <a:pt x="0" y="76"/>
                  </a:lnTo>
                  <a:cubicBezTo>
                    <a:pt x="0" y="51"/>
                    <a:pt x="0" y="25"/>
                    <a:pt x="2" y="0"/>
                  </a:cubicBezTo>
                  <a:moveTo>
                    <a:pt x="756" y="242"/>
                  </a:moveTo>
                  <a:lnTo>
                    <a:pt x="962" y="309"/>
                  </a:lnTo>
                  <a:lnTo>
                    <a:pt x="939" y="378"/>
                  </a:lnTo>
                  <a:lnTo>
                    <a:pt x="733" y="312"/>
                  </a:lnTo>
                  <a:lnTo>
                    <a:pt x="756" y="242"/>
                  </a:lnTo>
                  <a:moveTo>
                    <a:pt x="1691" y="621"/>
                  </a:moveTo>
                  <a:lnTo>
                    <a:pt x="1048" y="413"/>
                  </a:lnTo>
                  <a:cubicBezTo>
                    <a:pt x="1082" y="404"/>
                    <a:pt x="1113" y="388"/>
                    <a:pt x="1139" y="366"/>
                  </a:cubicBezTo>
                  <a:lnTo>
                    <a:pt x="1733" y="557"/>
                  </a:lnTo>
                  <a:cubicBezTo>
                    <a:pt x="1721" y="579"/>
                    <a:pt x="1706" y="601"/>
                    <a:pt x="1691" y="621"/>
                  </a:cubicBezTo>
                  <a:close/>
                </a:path>
              </a:pathLst>
            </a:custGeom>
            <a:solidFill>
              <a:srgbClr val="FDBD4C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5" name="Google Shape;325;p1"/>
            <p:cNvSpPr/>
            <p:nvPr/>
          </p:nvSpPr>
          <p:spPr>
            <a:xfrm flipH="1">
              <a:off x="1789920" y="3752640"/>
              <a:ext cx="601200" cy="215280"/>
            </a:xfrm>
            <a:custGeom>
              <a:rect b="b" l="l" r="r" t="t"/>
              <a:pathLst>
                <a:path extrusionOk="0" h="628" w="1753">
                  <a:moveTo>
                    <a:pt x="6" y="0"/>
                  </a:moveTo>
                  <a:lnTo>
                    <a:pt x="608" y="194"/>
                  </a:lnTo>
                  <a:cubicBezTo>
                    <a:pt x="611" y="224"/>
                    <a:pt x="619" y="252"/>
                    <a:pt x="631" y="278"/>
                  </a:cubicBezTo>
                  <a:lnTo>
                    <a:pt x="0" y="74"/>
                  </a:lnTo>
                  <a:cubicBezTo>
                    <a:pt x="1" y="50"/>
                    <a:pt x="3" y="25"/>
                    <a:pt x="6" y="0"/>
                  </a:cubicBezTo>
                  <a:moveTo>
                    <a:pt x="768" y="246"/>
                  </a:moveTo>
                  <a:lnTo>
                    <a:pt x="974" y="312"/>
                  </a:lnTo>
                  <a:lnTo>
                    <a:pt x="952" y="381"/>
                  </a:lnTo>
                  <a:lnTo>
                    <a:pt x="746" y="315"/>
                  </a:lnTo>
                  <a:lnTo>
                    <a:pt x="768" y="246"/>
                  </a:lnTo>
                  <a:moveTo>
                    <a:pt x="1716" y="628"/>
                  </a:moveTo>
                  <a:lnTo>
                    <a:pt x="1106" y="431"/>
                  </a:lnTo>
                  <a:cubicBezTo>
                    <a:pt x="1131" y="417"/>
                    <a:pt x="1152" y="398"/>
                    <a:pt x="1170" y="376"/>
                  </a:cubicBezTo>
                  <a:lnTo>
                    <a:pt x="1753" y="564"/>
                  </a:lnTo>
                  <a:cubicBezTo>
                    <a:pt x="1742" y="586"/>
                    <a:pt x="1729" y="607"/>
                    <a:pt x="1716" y="628"/>
                  </a:cubicBezTo>
                  <a:close/>
                </a:path>
              </a:pathLst>
            </a:custGeom>
            <a:solidFill>
              <a:srgbClr val="FDBE4C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6" name="Google Shape;326;p1"/>
            <p:cNvSpPr/>
            <p:nvPr/>
          </p:nvSpPr>
          <p:spPr>
            <a:xfrm flipH="1">
              <a:off x="1783440" y="3738600"/>
              <a:ext cx="605880" cy="216720"/>
            </a:xfrm>
            <a:custGeom>
              <a:rect b="b" l="l" r="r" t="t"/>
              <a:pathLst>
                <a:path extrusionOk="0" h="633" w="1767">
                  <a:moveTo>
                    <a:pt x="10" y="0"/>
                  </a:moveTo>
                  <a:lnTo>
                    <a:pt x="604" y="192"/>
                  </a:lnTo>
                  <a:cubicBezTo>
                    <a:pt x="603" y="220"/>
                    <a:pt x="605" y="246"/>
                    <a:pt x="611" y="271"/>
                  </a:cubicBezTo>
                  <a:lnTo>
                    <a:pt x="0" y="74"/>
                  </a:lnTo>
                  <a:cubicBezTo>
                    <a:pt x="2" y="50"/>
                    <a:pt x="5" y="25"/>
                    <a:pt x="10" y="0"/>
                  </a:cubicBezTo>
                  <a:moveTo>
                    <a:pt x="778" y="248"/>
                  </a:moveTo>
                  <a:lnTo>
                    <a:pt x="984" y="314"/>
                  </a:lnTo>
                  <a:lnTo>
                    <a:pt x="961" y="384"/>
                  </a:lnTo>
                  <a:lnTo>
                    <a:pt x="755" y="318"/>
                  </a:lnTo>
                  <a:lnTo>
                    <a:pt x="778" y="248"/>
                  </a:lnTo>
                  <a:moveTo>
                    <a:pt x="1735" y="633"/>
                  </a:moveTo>
                  <a:lnTo>
                    <a:pt x="1143" y="443"/>
                  </a:lnTo>
                  <a:cubicBezTo>
                    <a:pt x="1162" y="425"/>
                    <a:pt x="1178" y="405"/>
                    <a:pt x="1190" y="381"/>
                  </a:cubicBezTo>
                  <a:lnTo>
                    <a:pt x="1767" y="567"/>
                  </a:lnTo>
                  <a:cubicBezTo>
                    <a:pt x="1758" y="590"/>
                    <a:pt x="1747" y="612"/>
                    <a:pt x="1735" y="633"/>
                  </a:cubicBezTo>
                  <a:close/>
                </a:path>
              </a:pathLst>
            </a:custGeom>
            <a:solidFill>
              <a:srgbClr val="FDBF4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7" name="Google Shape;327;p1"/>
            <p:cNvSpPr/>
            <p:nvPr/>
          </p:nvSpPr>
          <p:spPr>
            <a:xfrm flipH="1">
              <a:off x="1778760" y="3724920"/>
              <a:ext cx="609840" cy="217800"/>
            </a:xfrm>
            <a:custGeom>
              <a:rect b="b" l="l" r="r" t="t"/>
              <a:pathLst>
                <a:path extrusionOk="0" h="636" w="1778">
                  <a:moveTo>
                    <a:pt x="14" y="0"/>
                  </a:moveTo>
                  <a:lnTo>
                    <a:pt x="603" y="190"/>
                  </a:lnTo>
                  <a:cubicBezTo>
                    <a:pt x="599" y="217"/>
                    <a:pt x="598" y="242"/>
                    <a:pt x="600" y="266"/>
                  </a:cubicBezTo>
                  <a:lnTo>
                    <a:pt x="0" y="73"/>
                  </a:lnTo>
                  <a:cubicBezTo>
                    <a:pt x="4" y="49"/>
                    <a:pt x="8" y="25"/>
                    <a:pt x="14" y="0"/>
                  </a:cubicBezTo>
                  <a:moveTo>
                    <a:pt x="786" y="249"/>
                  </a:moveTo>
                  <a:lnTo>
                    <a:pt x="992" y="316"/>
                  </a:lnTo>
                  <a:lnTo>
                    <a:pt x="970" y="385"/>
                  </a:lnTo>
                  <a:lnTo>
                    <a:pt x="764" y="318"/>
                  </a:lnTo>
                  <a:lnTo>
                    <a:pt x="786" y="249"/>
                  </a:lnTo>
                  <a:moveTo>
                    <a:pt x="1750" y="636"/>
                  </a:moveTo>
                  <a:lnTo>
                    <a:pt x="1169" y="449"/>
                  </a:lnTo>
                  <a:cubicBezTo>
                    <a:pt x="1183" y="430"/>
                    <a:pt x="1194" y="408"/>
                    <a:pt x="1202" y="383"/>
                  </a:cubicBezTo>
                  <a:lnTo>
                    <a:pt x="1778" y="569"/>
                  </a:lnTo>
                  <a:cubicBezTo>
                    <a:pt x="1770" y="592"/>
                    <a:pt x="1761" y="614"/>
                    <a:pt x="1750" y="636"/>
                  </a:cubicBezTo>
                  <a:close/>
                </a:path>
              </a:pathLst>
            </a:custGeom>
            <a:solidFill>
              <a:srgbClr val="FDBF4E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8" name="Google Shape;328;p1"/>
            <p:cNvSpPr/>
            <p:nvPr/>
          </p:nvSpPr>
          <p:spPr>
            <a:xfrm flipH="1">
              <a:off x="1770480" y="3713760"/>
              <a:ext cx="612720" cy="203040"/>
            </a:xfrm>
            <a:custGeom>
              <a:rect b="b" l="l" r="r" t="t"/>
              <a:pathLst>
                <a:path extrusionOk="0" h="593" w="1786">
                  <a:moveTo>
                    <a:pt x="7" y="0"/>
                  </a:moveTo>
                  <a:lnTo>
                    <a:pt x="593" y="190"/>
                  </a:lnTo>
                  <a:cubicBezTo>
                    <a:pt x="591" y="198"/>
                    <a:pt x="590" y="206"/>
                    <a:pt x="589" y="213"/>
                  </a:cubicBezTo>
                  <a:lnTo>
                    <a:pt x="0" y="24"/>
                  </a:lnTo>
                  <a:cubicBezTo>
                    <a:pt x="2" y="16"/>
                    <a:pt x="4" y="8"/>
                    <a:pt x="7" y="0"/>
                  </a:cubicBezTo>
                  <a:moveTo>
                    <a:pt x="795" y="204"/>
                  </a:moveTo>
                  <a:lnTo>
                    <a:pt x="1001" y="270"/>
                  </a:lnTo>
                  <a:lnTo>
                    <a:pt x="979" y="339"/>
                  </a:lnTo>
                  <a:lnTo>
                    <a:pt x="773" y="273"/>
                  </a:lnTo>
                  <a:lnTo>
                    <a:pt x="795" y="204"/>
                  </a:lnTo>
                  <a:moveTo>
                    <a:pt x="1770" y="580"/>
                  </a:moveTo>
                  <a:cubicBezTo>
                    <a:pt x="1768" y="584"/>
                    <a:pt x="1767" y="589"/>
                    <a:pt x="1765" y="593"/>
                  </a:cubicBezTo>
                  <a:lnTo>
                    <a:pt x="1188" y="407"/>
                  </a:lnTo>
                  <a:cubicBezTo>
                    <a:pt x="1196" y="381"/>
                    <a:pt x="1199" y="357"/>
                    <a:pt x="1197" y="333"/>
                  </a:cubicBezTo>
                  <a:lnTo>
                    <a:pt x="1786" y="523"/>
                  </a:lnTo>
                  <a:cubicBezTo>
                    <a:pt x="1781" y="541"/>
                    <a:pt x="1776" y="560"/>
                    <a:pt x="1770" y="580"/>
                  </a:cubicBezTo>
                  <a:close/>
                </a:path>
              </a:pathLst>
            </a:custGeom>
            <a:solidFill>
              <a:srgbClr val="FDC04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9" name="Google Shape;329;p1"/>
            <p:cNvSpPr/>
            <p:nvPr/>
          </p:nvSpPr>
          <p:spPr>
            <a:xfrm flipH="1">
              <a:off x="1767600" y="3770280"/>
              <a:ext cx="346320" cy="133560"/>
            </a:xfrm>
            <a:custGeom>
              <a:rect b="b" l="l" r="r" t="t"/>
              <a:pathLst>
                <a:path extrusionOk="0" h="390" w="1010">
                  <a:moveTo>
                    <a:pt x="23" y="0"/>
                  </a:moveTo>
                  <a:lnTo>
                    <a:pt x="229" y="67"/>
                  </a:lnTo>
                  <a:lnTo>
                    <a:pt x="207" y="136"/>
                  </a:lnTo>
                  <a:lnTo>
                    <a:pt x="0" y="70"/>
                  </a:lnTo>
                  <a:lnTo>
                    <a:pt x="23" y="0"/>
                  </a:lnTo>
                  <a:moveTo>
                    <a:pt x="992" y="390"/>
                  </a:moveTo>
                  <a:lnTo>
                    <a:pt x="411" y="203"/>
                  </a:lnTo>
                  <a:cubicBezTo>
                    <a:pt x="414" y="175"/>
                    <a:pt x="411" y="148"/>
                    <a:pt x="403" y="123"/>
                  </a:cubicBezTo>
                  <a:lnTo>
                    <a:pt x="1010" y="318"/>
                  </a:lnTo>
                  <a:cubicBezTo>
                    <a:pt x="1005" y="341"/>
                    <a:pt x="1000" y="365"/>
                    <a:pt x="992" y="390"/>
                  </a:cubicBezTo>
                  <a:close/>
                </a:path>
              </a:pathLst>
            </a:custGeom>
            <a:solidFill>
              <a:srgbClr val="FDC150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0" name="Google Shape;330;p1"/>
            <p:cNvSpPr/>
            <p:nvPr/>
          </p:nvSpPr>
          <p:spPr>
            <a:xfrm flipH="1">
              <a:off x="1764720" y="3757320"/>
              <a:ext cx="343800" cy="132840"/>
            </a:xfrm>
            <a:custGeom>
              <a:rect b="b" l="l" r="r" t="t"/>
              <a:pathLst>
                <a:path extrusionOk="0" h="388" w="1003">
                  <a:moveTo>
                    <a:pt x="22" y="0"/>
                  </a:moveTo>
                  <a:lnTo>
                    <a:pt x="228" y="67"/>
                  </a:lnTo>
                  <a:lnTo>
                    <a:pt x="206" y="135"/>
                  </a:lnTo>
                  <a:lnTo>
                    <a:pt x="0" y="69"/>
                  </a:lnTo>
                  <a:lnTo>
                    <a:pt x="22" y="0"/>
                  </a:lnTo>
                  <a:moveTo>
                    <a:pt x="990" y="388"/>
                  </a:moveTo>
                  <a:lnTo>
                    <a:pt x="398" y="197"/>
                  </a:lnTo>
                  <a:cubicBezTo>
                    <a:pt x="394" y="167"/>
                    <a:pt x="383" y="139"/>
                    <a:pt x="366" y="111"/>
                  </a:cubicBezTo>
                  <a:lnTo>
                    <a:pt x="1003" y="316"/>
                  </a:lnTo>
                  <a:cubicBezTo>
                    <a:pt x="1000" y="340"/>
                    <a:pt x="996" y="364"/>
                    <a:pt x="990" y="388"/>
                  </a:cubicBezTo>
                  <a:close/>
                </a:path>
              </a:pathLst>
            </a:custGeom>
            <a:solidFill>
              <a:srgbClr val="FDC25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1" name="Google Shape;331;p1"/>
            <p:cNvSpPr/>
            <p:nvPr/>
          </p:nvSpPr>
          <p:spPr>
            <a:xfrm flipH="1">
              <a:off x="1763640" y="3730320"/>
              <a:ext cx="336960" cy="131760"/>
            </a:xfrm>
            <a:custGeom>
              <a:rect b="b" l="l" r="r" t="t"/>
              <a:pathLst>
                <a:path extrusionOk="0" h="385" w="983">
                  <a:moveTo>
                    <a:pt x="22" y="0"/>
                  </a:moveTo>
                  <a:lnTo>
                    <a:pt x="983" y="310"/>
                  </a:lnTo>
                  <a:cubicBezTo>
                    <a:pt x="983" y="334"/>
                    <a:pt x="982" y="359"/>
                    <a:pt x="979" y="385"/>
                  </a:cubicBezTo>
                  <a:lnTo>
                    <a:pt x="333" y="177"/>
                  </a:lnTo>
                  <a:cubicBezTo>
                    <a:pt x="308" y="139"/>
                    <a:pt x="271" y="104"/>
                    <a:pt x="228" y="69"/>
                  </a:cubicBezTo>
                  <a:lnTo>
                    <a:pt x="206" y="136"/>
                  </a:lnTo>
                  <a:lnTo>
                    <a:pt x="0" y="6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DC35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2" name="Google Shape;332;p1"/>
            <p:cNvSpPr/>
            <p:nvPr/>
          </p:nvSpPr>
          <p:spPr>
            <a:xfrm flipH="1">
              <a:off x="1762920" y="3717000"/>
              <a:ext cx="333000" cy="131040"/>
            </a:xfrm>
            <a:custGeom>
              <a:rect b="b" l="l" r="r" t="t"/>
              <a:pathLst>
                <a:path extrusionOk="0" h="383" w="971">
                  <a:moveTo>
                    <a:pt x="23" y="0"/>
                  </a:moveTo>
                  <a:lnTo>
                    <a:pt x="968" y="305"/>
                  </a:lnTo>
                  <a:cubicBezTo>
                    <a:pt x="971" y="330"/>
                    <a:pt x="971" y="356"/>
                    <a:pt x="970" y="383"/>
                  </a:cubicBezTo>
                  <a:lnTo>
                    <a:pt x="272" y="158"/>
                  </a:lnTo>
                  <a:cubicBezTo>
                    <a:pt x="255" y="141"/>
                    <a:pt x="236" y="124"/>
                    <a:pt x="216" y="108"/>
                  </a:cubicBezTo>
                  <a:lnTo>
                    <a:pt x="206" y="136"/>
                  </a:lnTo>
                  <a:lnTo>
                    <a:pt x="0" y="7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DC45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3" name="Google Shape;333;p1"/>
            <p:cNvSpPr/>
            <p:nvPr/>
          </p:nvSpPr>
          <p:spPr>
            <a:xfrm flipH="1">
              <a:off x="1763280" y="3695760"/>
              <a:ext cx="345240" cy="137520"/>
            </a:xfrm>
            <a:custGeom>
              <a:rect b="b" l="l" r="r" t="t"/>
              <a:pathLst>
                <a:path extrusionOk="0" h="402" w="1007">
                  <a:moveTo>
                    <a:pt x="66" y="42"/>
                  </a:moveTo>
                  <a:cubicBezTo>
                    <a:pt x="45" y="28"/>
                    <a:pt x="22" y="14"/>
                    <a:pt x="0" y="0"/>
                  </a:cubicBezTo>
                  <a:lnTo>
                    <a:pt x="999" y="322"/>
                  </a:lnTo>
                  <a:cubicBezTo>
                    <a:pt x="1004" y="348"/>
                    <a:pt x="1007" y="374"/>
                    <a:pt x="1007" y="402"/>
                  </a:cubicBezTo>
                  <a:lnTo>
                    <a:pt x="50" y="93"/>
                  </a:lnTo>
                  <a:lnTo>
                    <a:pt x="66" y="42"/>
                  </a:lnTo>
                  <a:close/>
                </a:path>
              </a:pathLst>
            </a:custGeom>
            <a:solidFill>
              <a:srgbClr val="FDC45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4" name="Google Shape;334;p1"/>
            <p:cNvSpPr/>
            <p:nvPr/>
          </p:nvSpPr>
          <p:spPr>
            <a:xfrm flipH="1">
              <a:off x="1764360" y="3667320"/>
              <a:ext cx="387000" cy="150840"/>
            </a:xfrm>
            <a:custGeom>
              <a:rect b="b" l="l" r="r" t="t"/>
              <a:pathLst>
                <a:path extrusionOk="0" h="441" w="1129">
                  <a:moveTo>
                    <a:pt x="191" y="125"/>
                  </a:moveTo>
                  <a:cubicBezTo>
                    <a:pt x="129" y="85"/>
                    <a:pt x="63" y="44"/>
                    <a:pt x="0" y="0"/>
                  </a:cubicBezTo>
                  <a:lnTo>
                    <a:pt x="1114" y="359"/>
                  </a:lnTo>
                  <a:cubicBezTo>
                    <a:pt x="1121" y="385"/>
                    <a:pt x="1126" y="412"/>
                    <a:pt x="1129" y="441"/>
                  </a:cubicBezTo>
                  <a:lnTo>
                    <a:pt x="187" y="137"/>
                  </a:lnTo>
                  <a:lnTo>
                    <a:pt x="191" y="125"/>
                  </a:lnTo>
                  <a:close/>
                </a:path>
              </a:pathLst>
            </a:custGeom>
            <a:solidFill>
              <a:srgbClr val="FDC55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5" name="Google Shape;335;p1"/>
            <p:cNvSpPr/>
            <p:nvPr/>
          </p:nvSpPr>
          <p:spPr>
            <a:xfrm flipH="1">
              <a:off x="1767600" y="3640680"/>
              <a:ext cx="420480" cy="162000"/>
            </a:xfrm>
            <a:custGeom>
              <a:rect b="b" l="l" r="r" t="t"/>
              <a:pathLst>
                <a:path extrusionOk="0" h="473" w="1226">
                  <a:moveTo>
                    <a:pt x="0" y="0"/>
                  </a:moveTo>
                  <a:lnTo>
                    <a:pt x="1202" y="387"/>
                  </a:lnTo>
                  <a:cubicBezTo>
                    <a:pt x="1212" y="414"/>
                    <a:pt x="1221" y="443"/>
                    <a:pt x="1226" y="473"/>
                  </a:cubicBezTo>
                  <a:lnTo>
                    <a:pt x="201" y="142"/>
                  </a:lnTo>
                  <a:cubicBezTo>
                    <a:pt x="133" y="98"/>
                    <a:pt x="64" y="51"/>
                    <a:pt x="0" y="0"/>
                  </a:cubicBezTo>
                  <a:close/>
                </a:path>
              </a:pathLst>
            </a:custGeom>
            <a:solidFill>
              <a:srgbClr val="FDC65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6" name="Google Shape;336;p1"/>
            <p:cNvSpPr/>
            <p:nvPr/>
          </p:nvSpPr>
          <p:spPr>
            <a:xfrm flipH="1">
              <a:off x="1770480" y="3617640"/>
              <a:ext cx="443880" cy="169200"/>
            </a:xfrm>
            <a:custGeom>
              <a:rect b="b" l="l" r="r" t="t"/>
              <a:pathLst>
                <a:path extrusionOk="0" h="494" w="1294">
                  <a:moveTo>
                    <a:pt x="0" y="0"/>
                  </a:moveTo>
                  <a:lnTo>
                    <a:pt x="1259" y="406"/>
                  </a:lnTo>
                  <a:cubicBezTo>
                    <a:pt x="1273" y="434"/>
                    <a:pt x="1285" y="463"/>
                    <a:pt x="1294" y="494"/>
                  </a:cubicBezTo>
                  <a:lnTo>
                    <a:pt x="157" y="127"/>
                  </a:lnTo>
                  <a:cubicBezTo>
                    <a:pt x="102" y="88"/>
                    <a:pt x="48" y="46"/>
                    <a:pt x="0" y="0"/>
                  </a:cubicBezTo>
                  <a:close/>
                </a:path>
              </a:pathLst>
            </a:custGeom>
            <a:solidFill>
              <a:srgbClr val="FDC65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7" name="Google Shape;337;p1"/>
            <p:cNvSpPr/>
            <p:nvPr/>
          </p:nvSpPr>
          <p:spPr>
            <a:xfrm flipH="1">
              <a:off x="1776240" y="3596040"/>
              <a:ext cx="459000" cy="173880"/>
            </a:xfrm>
            <a:custGeom>
              <a:rect b="b" l="l" r="r" t="t"/>
              <a:pathLst>
                <a:path extrusionOk="0" h="508" w="1338">
                  <a:moveTo>
                    <a:pt x="0" y="0"/>
                  </a:moveTo>
                  <a:lnTo>
                    <a:pt x="1290" y="417"/>
                  </a:lnTo>
                  <a:cubicBezTo>
                    <a:pt x="1309" y="446"/>
                    <a:pt x="1325" y="476"/>
                    <a:pt x="1338" y="508"/>
                  </a:cubicBezTo>
                  <a:lnTo>
                    <a:pt x="122" y="117"/>
                  </a:lnTo>
                  <a:cubicBezTo>
                    <a:pt x="78" y="81"/>
                    <a:pt x="37" y="42"/>
                    <a:pt x="0" y="0"/>
                  </a:cubicBezTo>
                  <a:close/>
                </a:path>
              </a:pathLst>
            </a:custGeom>
            <a:solidFill>
              <a:srgbClr val="FDC757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8" name="Google Shape;338;p1"/>
            <p:cNvSpPr/>
            <p:nvPr/>
          </p:nvSpPr>
          <p:spPr>
            <a:xfrm flipH="1">
              <a:off x="1784520" y="3576240"/>
              <a:ext cx="466200" cy="176400"/>
            </a:xfrm>
            <a:custGeom>
              <a:rect b="b" l="l" r="r" t="t"/>
              <a:pathLst>
                <a:path extrusionOk="0" h="515" w="1360">
                  <a:moveTo>
                    <a:pt x="0" y="0"/>
                  </a:moveTo>
                  <a:lnTo>
                    <a:pt x="1297" y="418"/>
                  </a:lnTo>
                  <a:cubicBezTo>
                    <a:pt x="1321" y="449"/>
                    <a:pt x="1342" y="481"/>
                    <a:pt x="1360" y="515"/>
                  </a:cubicBezTo>
                  <a:lnTo>
                    <a:pt x="93" y="106"/>
                  </a:lnTo>
                  <a:cubicBezTo>
                    <a:pt x="59" y="73"/>
                    <a:pt x="27" y="38"/>
                    <a:pt x="0" y="0"/>
                  </a:cubicBezTo>
                  <a:close/>
                </a:path>
              </a:pathLst>
            </a:custGeom>
            <a:solidFill>
              <a:srgbClr val="FDC858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9" name="Google Shape;339;p1"/>
            <p:cNvSpPr/>
            <p:nvPr/>
          </p:nvSpPr>
          <p:spPr>
            <a:xfrm flipH="1">
              <a:off x="1289880" y="2913480"/>
              <a:ext cx="1473840" cy="1473480"/>
            </a:xfrm>
            <a:custGeom>
              <a:rect b="b" l="l" r="r" t="t"/>
              <a:pathLst>
                <a:path extrusionOk="0" h="4295" w="4296">
                  <a:moveTo>
                    <a:pt x="3667" y="629"/>
                  </a:moveTo>
                  <a:cubicBezTo>
                    <a:pt x="3934" y="895"/>
                    <a:pt x="4125" y="1228"/>
                    <a:pt x="4223" y="1592"/>
                  </a:cubicBezTo>
                  <a:cubicBezTo>
                    <a:pt x="4320" y="1957"/>
                    <a:pt x="4320" y="2339"/>
                    <a:pt x="4223" y="2703"/>
                  </a:cubicBezTo>
                  <a:cubicBezTo>
                    <a:pt x="4125" y="3068"/>
                    <a:pt x="3933" y="3400"/>
                    <a:pt x="3667" y="3666"/>
                  </a:cubicBezTo>
                  <a:cubicBezTo>
                    <a:pt x="3400" y="3933"/>
                    <a:pt x="3068" y="4125"/>
                    <a:pt x="2704" y="4222"/>
                  </a:cubicBezTo>
                  <a:cubicBezTo>
                    <a:pt x="2339" y="4320"/>
                    <a:pt x="1956" y="4320"/>
                    <a:pt x="1592" y="4222"/>
                  </a:cubicBezTo>
                  <a:cubicBezTo>
                    <a:pt x="1227" y="4125"/>
                    <a:pt x="895" y="3933"/>
                    <a:pt x="629" y="3666"/>
                  </a:cubicBezTo>
                  <a:cubicBezTo>
                    <a:pt x="362" y="3400"/>
                    <a:pt x="171" y="3068"/>
                    <a:pt x="74" y="2703"/>
                  </a:cubicBezTo>
                  <a:cubicBezTo>
                    <a:pt x="-24" y="2339"/>
                    <a:pt x="-24" y="1956"/>
                    <a:pt x="74" y="1592"/>
                  </a:cubicBezTo>
                  <a:cubicBezTo>
                    <a:pt x="171" y="1227"/>
                    <a:pt x="362" y="896"/>
                    <a:pt x="629" y="629"/>
                  </a:cubicBezTo>
                  <a:cubicBezTo>
                    <a:pt x="895" y="363"/>
                    <a:pt x="1228" y="170"/>
                    <a:pt x="1592" y="73"/>
                  </a:cubicBezTo>
                  <a:cubicBezTo>
                    <a:pt x="1957" y="-25"/>
                    <a:pt x="2340" y="-25"/>
                    <a:pt x="2704" y="73"/>
                  </a:cubicBezTo>
                  <a:cubicBezTo>
                    <a:pt x="3069" y="170"/>
                    <a:pt x="3401" y="362"/>
                    <a:pt x="3667" y="6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340" name="Google Shape;340;p1"/>
            <p:cNvGrpSpPr/>
            <p:nvPr/>
          </p:nvGrpSpPr>
          <p:grpSpPr>
            <a:xfrm>
              <a:off x="2866320" y="3001320"/>
              <a:ext cx="1364760" cy="1564920"/>
              <a:chOff x="2866320" y="3001320"/>
              <a:chExt cx="1364760" cy="1564920"/>
            </a:xfrm>
          </p:grpSpPr>
          <p:sp>
            <p:nvSpPr>
              <p:cNvPr id="341" name="Google Shape;341;p1"/>
              <p:cNvSpPr/>
              <p:nvPr/>
            </p:nvSpPr>
            <p:spPr>
              <a:xfrm flipH="1">
                <a:off x="3016080" y="4488840"/>
                <a:ext cx="1215000" cy="77400"/>
              </a:xfrm>
              <a:custGeom>
                <a:rect b="b" l="l" r="r" t="t"/>
                <a:pathLst>
                  <a:path extrusionOk="0" h="227" w="3541">
                    <a:moveTo>
                      <a:pt x="3541" y="114"/>
                    </a:moveTo>
                    <a:cubicBezTo>
                      <a:pt x="3541" y="134"/>
                      <a:pt x="3459" y="153"/>
                      <a:pt x="3304" y="170"/>
                    </a:cubicBezTo>
                    <a:cubicBezTo>
                      <a:pt x="3149" y="188"/>
                      <a:pt x="2925" y="202"/>
                      <a:pt x="2656" y="212"/>
                    </a:cubicBezTo>
                    <a:cubicBezTo>
                      <a:pt x="2387" y="222"/>
                      <a:pt x="2082" y="227"/>
                      <a:pt x="1771" y="227"/>
                    </a:cubicBezTo>
                    <a:cubicBezTo>
                      <a:pt x="1460" y="227"/>
                      <a:pt x="1155" y="222"/>
                      <a:pt x="886" y="212"/>
                    </a:cubicBezTo>
                    <a:cubicBezTo>
                      <a:pt x="616" y="202"/>
                      <a:pt x="393" y="188"/>
                      <a:pt x="238" y="170"/>
                    </a:cubicBezTo>
                    <a:cubicBezTo>
                      <a:pt x="82" y="153"/>
                      <a:pt x="0" y="134"/>
                      <a:pt x="0" y="114"/>
                    </a:cubicBezTo>
                    <a:cubicBezTo>
                      <a:pt x="0" y="94"/>
                      <a:pt x="82" y="74"/>
                      <a:pt x="238" y="57"/>
                    </a:cubicBezTo>
                    <a:cubicBezTo>
                      <a:pt x="393" y="39"/>
                      <a:pt x="616" y="25"/>
                      <a:pt x="886" y="15"/>
                    </a:cubicBezTo>
                    <a:cubicBezTo>
                      <a:pt x="1155" y="5"/>
                      <a:pt x="1460" y="0"/>
                      <a:pt x="1771" y="0"/>
                    </a:cubicBezTo>
                    <a:cubicBezTo>
                      <a:pt x="2082" y="0"/>
                      <a:pt x="2387" y="5"/>
                      <a:pt x="2656" y="15"/>
                    </a:cubicBezTo>
                    <a:cubicBezTo>
                      <a:pt x="2925" y="25"/>
                      <a:pt x="3149" y="39"/>
                      <a:pt x="3304" y="57"/>
                    </a:cubicBezTo>
                    <a:cubicBezTo>
                      <a:pt x="3459" y="74"/>
                      <a:pt x="3541" y="94"/>
                      <a:pt x="3541" y="114"/>
                    </a:cubicBezTo>
                    <a:close/>
                  </a:path>
                </a:pathLst>
              </a:custGeom>
              <a:solidFill>
                <a:srgbClr val="61795F">
                  <a:alpha val="27058"/>
                </a:srgbClr>
              </a:solidFill>
              <a:ln>
                <a:noFill/>
              </a:ln>
            </p:spPr>
            <p:txBody>
              <a:bodyPr anchorCtr="1" anchor="ctr" bIns="36700" lIns="90000" spcFirstLastPara="1" rIns="90000" wrap="square" tIns="36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42" name="Google Shape;342;p1"/>
              <p:cNvSpPr/>
              <p:nvPr/>
            </p:nvSpPr>
            <p:spPr>
              <a:xfrm flipH="1">
                <a:off x="3970800" y="4375080"/>
                <a:ext cx="75600" cy="78480"/>
              </a:xfrm>
              <a:custGeom>
                <a:rect b="b" l="l" r="r" t="t"/>
                <a:pathLst>
                  <a:path extrusionOk="0" h="230" w="221">
                    <a:moveTo>
                      <a:pt x="154" y="230"/>
                    </a:moveTo>
                    <a:cubicBezTo>
                      <a:pt x="145" y="205"/>
                      <a:pt x="138" y="182"/>
                      <a:pt x="138" y="182"/>
                    </a:cubicBezTo>
                    <a:lnTo>
                      <a:pt x="221" y="101"/>
                    </a:lnTo>
                    <a:lnTo>
                      <a:pt x="84" y="0"/>
                    </a:lnTo>
                    <a:lnTo>
                      <a:pt x="3" y="92"/>
                    </a:lnTo>
                    <a:cubicBezTo>
                      <a:pt x="3" y="92"/>
                      <a:pt x="2" y="92"/>
                      <a:pt x="0" y="92"/>
                    </a:cubicBezTo>
                    <a:cubicBezTo>
                      <a:pt x="0" y="105"/>
                      <a:pt x="0" y="117"/>
                      <a:pt x="0" y="129"/>
                    </a:cubicBezTo>
                    <a:cubicBezTo>
                      <a:pt x="42" y="171"/>
                      <a:pt x="95" y="213"/>
                      <a:pt x="154" y="23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37800" lIns="90000" spcFirstLastPara="1" rIns="90000" wrap="square" tIns="37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43" name="Google Shape;343;p1"/>
              <p:cNvSpPr/>
              <p:nvPr/>
            </p:nvSpPr>
            <p:spPr>
              <a:xfrm flipH="1">
                <a:off x="3924000" y="4407120"/>
                <a:ext cx="145800" cy="103320"/>
              </a:xfrm>
              <a:custGeom>
                <a:rect b="b" l="l" r="r" t="t"/>
                <a:pathLst>
                  <a:path extrusionOk="0" h="302" w="426">
                    <a:moveTo>
                      <a:pt x="400" y="232"/>
                    </a:moveTo>
                    <a:cubicBezTo>
                      <a:pt x="373" y="221"/>
                      <a:pt x="275" y="201"/>
                      <a:pt x="256" y="193"/>
                    </a:cubicBezTo>
                    <a:cubicBezTo>
                      <a:pt x="247" y="188"/>
                      <a:pt x="235" y="162"/>
                      <a:pt x="225" y="137"/>
                    </a:cubicBezTo>
                    <a:cubicBezTo>
                      <a:pt x="166" y="120"/>
                      <a:pt x="113" y="78"/>
                      <a:pt x="71" y="36"/>
                    </a:cubicBezTo>
                    <a:cubicBezTo>
                      <a:pt x="71" y="24"/>
                      <a:pt x="71" y="12"/>
                      <a:pt x="71" y="0"/>
                    </a:cubicBezTo>
                    <a:cubicBezTo>
                      <a:pt x="59" y="3"/>
                      <a:pt x="19" y="17"/>
                      <a:pt x="2" y="76"/>
                    </a:cubicBezTo>
                    <a:cubicBezTo>
                      <a:pt x="-19" y="146"/>
                      <a:pt x="132" y="266"/>
                      <a:pt x="132" y="266"/>
                    </a:cubicBezTo>
                    <a:cubicBezTo>
                      <a:pt x="132" y="266"/>
                      <a:pt x="155" y="297"/>
                      <a:pt x="188" y="300"/>
                    </a:cubicBezTo>
                    <a:cubicBezTo>
                      <a:pt x="221" y="304"/>
                      <a:pt x="426" y="300"/>
                      <a:pt x="426" y="300"/>
                    </a:cubicBezTo>
                    <a:cubicBezTo>
                      <a:pt x="426" y="300"/>
                      <a:pt x="427" y="243"/>
                      <a:pt x="400" y="2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44" name="Google Shape;344;p1"/>
              <p:cNvSpPr/>
              <p:nvPr/>
            </p:nvSpPr>
            <p:spPr>
              <a:xfrm flipH="1">
                <a:off x="3219480" y="4442760"/>
                <a:ext cx="76680" cy="55800"/>
              </a:xfrm>
              <a:custGeom>
                <a:rect b="b" l="l" r="r" t="t"/>
                <a:pathLst>
                  <a:path extrusionOk="0" h="164" w="224">
                    <a:moveTo>
                      <a:pt x="224" y="69"/>
                    </a:moveTo>
                    <a:cubicBezTo>
                      <a:pt x="223" y="69"/>
                      <a:pt x="222" y="69"/>
                      <a:pt x="221" y="68"/>
                    </a:cubicBezTo>
                    <a:cubicBezTo>
                      <a:pt x="190" y="61"/>
                      <a:pt x="163" y="0"/>
                      <a:pt x="163" y="0"/>
                    </a:cubicBezTo>
                    <a:lnTo>
                      <a:pt x="0" y="57"/>
                    </a:lnTo>
                    <a:lnTo>
                      <a:pt x="18" y="125"/>
                    </a:lnTo>
                    <a:cubicBezTo>
                      <a:pt x="18" y="125"/>
                      <a:pt x="17" y="139"/>
                      <a:pt x="17" y="156"/>
                    </a:cubicBezTo>
                    <a:cubicBezTo>
                      <a:pt x="90" y="180"/>
                      <a:pt x="185" y="146"/>
                      <a:pt x="224" y="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14025" lIns="90000" spcFirstLastPara="1" rIns="90000" wrap="square" tIns="14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45" name="Google Shape;345;p1"/>
              <p:cNvSpPr/>
              <p:nvPr/>
            </p:nvSpPr>
            <p:spPr>
              <a:xfrm flipH="1">
                <a:off x="3137040" y="4462920"/>
                <a:ext cx="153000" cy="57600"/>
              </a:xfrm>
              <a:custGeom>
                <a:rect b="b" l="l" r="r" t="t"/>
                <a:pathLst>
                  <a:path extrusionOk="0" h="169" w="447">
                    <a:moveTo>
                      <a:pt x="425" y="0"/>
                    </a:moveTo>
                    <a:cubicBezTo>
                      <a:pt x="405" y="0"/>
                      <a:pt x="243" y="17"/>
                      <a:pt x="207" y="11"/>
                    </a:cubicBezTo>
                    <a:cubicBezTo>
                      <a:pt x="168" y="88"/>
                      <a:pt x="73" y="122"/>
                      <a:pt x="0" y="98"/>
                    </a:cubicBezTo>
                    <a:cubicBezTo>
                      <a:pt x="0" y="117"/>
                      <a:pt x="2" y="140"/>
                      <a:pt x="10" y="154"/>
                    </a:cubicBezTo>
                    <a:cubicBezTo>
                      <a:pt x="25" y="179"/>
                      <a:pt x="165" y="167"/>
                      <a:pt x="212" y="154"/>
                    </a:cubicBezTo>
                    <a:cubicBezTo>
                      <a:pt x="259" y="141"/>
                      <a:pt x="384" y="83"/>
                      <a:pt x="423" y="69"/>
                    </a:cubicBezTo>
                    <a:cubicBezTo>
                      <a:pt x="463" y="54"/>
                      <a:pt x="445" y="0"/>
                      <a:pt x="4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5825" lIns="90000" spcFirstLastPara="1" rIns="90000" wrap="square" tIns="158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46" name="Google Shape;346;p1"/>
              <p:cNvSpPr/>
              <p:nvPr/>
            </p:nvSpPr>
            <p:spPr>
              <a:xfrm flipH="1">
                <a:off x="3257640" y="3047400"/>
                <a:ext cx="135000" cy="160920"/>
              </a:xfrm>
              <a:custGeom>
                <a:rect b="b" l="l" r="r" t="t"/>
                <a:pathLst>
                  <a:path extrusionOk="0" h="470" w="394">
                    <a:moveTo>
                      <a:pt x="53" y="340"/>
                    </a:moveTo>
                    <a:lnTo>
                      <a:pt x="0" y="329"/>
                    </a:lnTo>
                    <a:cubicBezTo>
                      <a:pt x="0" y="329"/>
                      <a:pt x="77" y="253"/>
                      <a:pt x="84" y="216"/>
                    </a:cubicBezTo>
                    <a:cubicBezTo>
                      <a:pt x="91" y="178"/>
                      <a:pt x="135" y="12"/>
                      <a:pt x="135" y="12"/>
                    </a:cubicBezTo>
                    <a:cubicBezTo>
                      <a:pt x="135" y="12"/>
                      <a:pt x="305" y="-18"/>
                      <a:pt x="358" y="16"/>
                    </a:cubicBezTo>
                    <a:cubicBezTo>
                      <a:pt x="411" y="49"/>
                      <a:pt x="395" y="239"/>
                      <a:pt x="378" y="313"/>
                    </a:cubicBezTo>
                    <a:cubicBezTo>
                      <a:pt x="360" y="388"/>
                      <a:pt x="255" y="370"/>
                      <a:pt x="255" y="370"/>
                    </a:cubicBezTo>
                    <a:cubicBezTo>
                      <a:pt x="255" y="370"/>
                      <a:pt x="220" y="400"/>
                      <a:pt x="224" y="458"/>
                    </a:cubicBezTo>
                    <a:cubicBezTo>
                      <a:pt x="227" y="517"/>
                      <a:pt x="53" y="340"/>
                      <a:pt x="53" y="340"/>
                    </a:cubicBezTo>
                    <a:close/>
                  </a:path>
                </a:pathLst>
              </a:custGeom>
              <a:solidFill>
                <a:srgbClr val="886E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47" name="Google Shape;347;p1"/>
              <p:cNvSpPr/>
              <p:nvPr/>
            </p:nvSpPr>
            <p:spPr>
              <a:xfrm flipH="1">
                <a:off x="3297960" y="3151800"/>
                <a:ext cx="117360" cy="97200"/>
              </a:xfrm>
              <a:custGeom>
                <a:rect b="b" l="l" r="r" t="t"/>
                <a:pathLst>
                  <a:path extrusionOk="0" h="284" w="343">
                    <a:moveTo>
                      <a:pt x="0" y="41"/>
                    </a:moveTo>
                    <a:cubicBezTo>
                      <a:pt x="0" y="41"/>
                      <a:pt x="44" y="-1"/>
                      <a:pt x="79" y="0"/>
                    </a:cubicBezTo>
                    <a:cubicBezTo>
                      <a:pt x="114" y="1"/>
                      <a:pt x="287" y="110"/>
                      <a:pt x="305" y="139"/>
                    </a:cubicBezTo>
                    <a:cubicBezTo>
                      <a:pt x="323" y="168"/>
                      <a:pt x="343" y="284"/>
                      <a:pt x="343" y="284"/>
                    </a:cubicBezTo>
                    <a:cubicBezTo>
                      <a:pt x="343" y="284"/>
                      <a:pt x="193" y="106"/>
                      <a:pt x="0" y="4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48" name="Google Shape;348;p1"/>
              <p:cNvSpPr/>
              <p:nvPr/>
            </p:nvSpPr>
            <p:spPr>
              <a:xfrm flipH="1">
                <a:off x="3497400" y="3731760"/>
                <a:ext cx="525240" cy="692640"/>
              </a:xfrm>
              <a:custGeom>
                <a:rect b="b" l="l" r="r" t="t"/>
                <a:pathLst>
                  <a:path extrusionOk="0" h="2019" w="1531">
                    <a:moveTo>
                      <a:pt x="994" y="0"/>
                    </a:moveTo>
                    <a:lnTo>
                      <a:pt x="606" y="1071"/>
                    </a:lnTo>
                    <a:lnTo>
                      <a:pt x="1" y="1856"/>
                    </a:lnTo>
                    <a:cubicBezTo>
                      <a:pt x="-10" y="1936"/>
                      <a:pt x="59" y="1983"/>
                      <a:pt x="154" y="2019"/>
                    </a:cubicBezTo>
                    <a:lnTo>
                      <a:pt x="1003" y="1247"/>
                    </a:lnTo>
                    <a:lnTo>
                      <a:pt x="1531" y="136"/>
                    </a:lnTo>
                    <a:lnTo>
                      <a:pt x="9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49" name="Google Shape;349;p1"/>
              <p:cNvSpPr/>
              <p:nvPr/>
            </p:nvSpPr>
            <p:spPr>
              <a:xfrm flipH="1">
                <a:off x="3231000" y="3619440"/>
                <a:ext cx="459720" cy="848160"/>
              </a:xfrm>
              <a:custGeom>
                <a:rect b="b" l="l" r="r" t="t"/>
                <a:pathLst>
                  <a:path extrusionOk="0" h="2472" w="1341">
                    <a:moveTo>
                      <a:pt x="81" y="0"/>
                    </a:moveTo>
                    <a:cubicBezTo>
                      <a:pt x="81" y="0"/>
                      <a:pt x="16" y="142"/>
                      <a:pt x="2" y="266"/>
                    </a:cubicBezTo>
                    <a:cubicBezTo>
                      <a:pt x="-2" y="297"/>
                      <a:pt x="2" y="330"/>
                      <a:pt x="8" y="363"/>
                    </a:cubicBezTo>
                    <a:cubicBezTo>
                      <a:pt x="30" y="466"/>
                      <a:pt x="86" y="559"/>
                      <a:pt x="164" y="630"/>
                    </a:cubicBezTo>
                    <a:lnTo>
                      <a:pt x="221" y="683"/>
                    </a:lnTo>
                    <a:lnTo>
                      <a:pt x="752" y="1493"/>
                    </a:lnTo>
                    <a:lnTo>
                      <a:pt x="1096" y="2457"/>
                    </a:lnTo>
                    <a:cubicBezTo>
                      <a:pt x="1107" y="2501"/>
                      <a:pt x="1352" y="2439"/>
                      <a:pt x="1341" y="2395"/>
                    </a:cubicBezTo>
                    <a:cubicBezTo>
                      <a:pt x="1341" y="2395"/>
                      <a:pt x="1149" y="1543"/>
                      <a:pt x="1085" y="1335"/>
                    </a:cubicBezTo>
                    <a:cubicBezTo>
                      <a:pt x="1020" y="1128"/>
                      <a:pt x="709" y="432"/>
                      <a:pt x="709" y="432"/>
                    </a:cubicBezTo>
                    <a:lnTo>
                      <a:pt x="689" y="292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50" name="Google Shape;350;p1"/>
              <p:cNvSpPr/>
              <p:nvPr/>
            </p:nvSpPr>
            <p:spPr>
              <a:xfrm flipH="1">
                <a:off x="3451680" y="3673440"/>
                <a:ext cx="231480" cy="96120"/>
              </a:xfrm>
              <a:custGeom>
                <a:rect b="b" l="l" r="r" t="t"/>
                <a:pathLst>
                  <a:path extrusionOk="0" h="281" w="676">
                    <a:moveTo>
                      <a:pt x="0" y="0"/>
                    </a:moveTo>
                    <a:cubicBezTo>
                      <a:pt x="0" y="0"/>
                      <a:pt x="89" y="154"/>
                      <a:pt x="294" y="220"/>
                    </a:cubicBezTo>
                    <a:cubicBezTo>
                      <a:pt x="499" y="286"/>
                      <a:pt x="676" y="281"/>
                      <a:pt x="676" y="281"/>
                    </a:cubicBezTo>
                    <a:lnTo>
                      <a:pt x="665" y="1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51" name="Google Shape;351;p1"/>
              <p:cNvSpPr/>
              <p:nvPr/>
            </p:nvSpPr>
            <p:spPr>
              <a:xfrm flipH="1">
                <a:off x="3283200" y="3162600"/>
                <a:ext cx="423360" cy="593640"/>
              </a:xfrm>
              <a:custGeom>
                <a:rect b="b" l="l" r="r" t="t"/>
                <a:pathLst>
                  <a:path extrusionOk="0" h="1731" w="1235">
                    <a:moveTo>
                      <a:pt x="842" y="0"/>
                    </a:moveTo>
                    <a:cubicBezTo>
                      <a:pt x="840" y="1"/>
                      <a:pt x="839" y="1"/>
                      <a:pt x="838" y="2"/>
                    </a:cubicBezTo>
                    <a:cubicBezTo>
                      <a:pt x="667" y="71"/>
                      <a:pt x="539" y="216"/>
                      <a:pt x="485" y="392"/>
                    </a:cubicBezTo>
                    <a:cubicBezTo>
                      <a:pt x="426" y="583"/>
                      <a:pt x="358" y="825"/>
                      <a:pt x="358" y="825"/>
                    </a:cubicBezTo>
                    <a:lnTo>
                      <a:pt x="0" y="1441"/>
                    </a:lnTo>
                    <a:cubicBezTo>
                      <a:pt x="0" y="1441"/>
                      <a:pt x="430" y="1786"/>
                      <a:pt x="793" y="1723"/>
                    </a:cubicBezTo>
                    <a:cubicBezTo>
                      <a:pt x="857" y="1552"/>
                      <a:pt x="1027" y="1010"/>
                      <a:pt x="1027" y="1010"/>
                    </a:cubicBezTo>
                    <a:cubicBezTo>
                      <a:pt x="1027" y="1010"/>
                      <a:pt x="1273" y="722"/>
                      <a:pt x="1230" y="344"/>
                    </a:cubicBezTo>
                    <a:cubicBezTo>
                      <a:pt x="1220" y="259"/>
                      <a:pt x="1153" y="181"/>
                      <a:pt x="1098" y="122"/>
                    </a:cubicBezTo>
                    <a:cubicBezTo>
                      <a:pt x="991" y="8"/>
                      <a:pt x="842" y="0"/>
                      <a:pt x="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52" name="Google Shape;352;p1"/>
              <p:cNvSpPr/>
              <p:nvPr/>
            </p:nvSpPr>
            <p:spPr>
              <a:xfrm flipH="1">
                <a:off x="3427200" y="3370680"/>
                <a:ext cx="145800" cy="329040"/>
              </a:xfrm>
              <a:custGeom>
                <a:rect b="b" l="l" r="r" t="t"/>
                <a:pathLst>
                  <a:path extrusionOk="0" h="960" w="426">
                    <a:moveTo>
                      <a:pt x="4" y="960"/>
                    </a:moveTo>
                    <a:cubicBezTo>
                      <a:pt x="3" y="960"/>
                      <a:pt x="3" y="960"/>
                      <a:pt x="2" y="960"/>
                    </a:cubicBezTo>
                    <a:cubicBezTo>
                      <a:pt x="0" y="959"/>
                      <a:pt x="-1" y="956"/>
                      <a:pt x="0" y="954"/>
                    </a:cubicBezTo>
                    <a:lnTo>
                      <a:pt x="321" y="316"/>
                    </a:lnTo>
                    <a:lnTo>
                      <a:pt x="417" y="3"/>
                    </a:lnTo>
                    <a:cubicBezTo>
                      <a:pt x="418" y="0"/>
                      <a:pt x="421" y="-1"/>
                      <a:pt x="423" y="0"/>
                    </a:cubicBezTo>
                    <a:cubicBezTo>
                      <a:pt x="425" y="0"/>
                      <a:pt x="427" y="3"/>
                      <a:pt x="426" y="5"/>
                    </a:cubicBezTo>
                    <a:lnTo>
                      <a:pt x="329" y="320"/>
                    </a:lnTo>
                    <a:lnTo>
                      <a:pt x="8" y="958"/>
                    </a:lnTo>
                    <a:cubicBezTo>
                      <a:pt x="7" y="959"/>
                      <a:pt x="6" y="960"/>
                      <a:pt x="4" y="9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53" name="Google Shape;353;p1"/>
              <p:cNvSpPr/>
              <p:nvPr/>
            </p:nvSpPr>
            <p:spPr>
              <a:xfrm flipH="1">
                <a:off x="3429360" y="3468600"/>
                <a:ext cx="52560" cy="18720"/>
              </a:xfrm>
              <a:custGeom>
                <a:rect b="b" l="l" r="r" t="t"/>
                <a:pathLst>
                  <a:path extrusionOk="0" h="56" w="154">
                    <a:moveTo>
                      <a:pt x="149" y="56"/>
                    </a:moveTo>
                    <a:lnTo>
                      <a:pt x="149" y="56"/>
                    </a:lnTo>
                    <a:cubicBezTo>
                      <a:pt x="67" y="49"/>
                      <a:pt x="5" y="10"/>
                      <a:pt x="2" y="8"/>
                    </a:cubicBezTo>
                    <a:cubicBezTo>
                      <a:pt x="0" y="7"/>
                      <a:pt x="-1" y="4"/>
                      <a:pt x="1" y="2"/>
                    </a:cubicBezTo>
                    <a:cubicBezTo>
                      <a:pt x="2" y="0"/>
                      <a:pt x="5" y="-1"/>
                      <a:pt x="7" y="1"/>
                    </a:cubicBezTo>
                    <a:cubicBezTo>
                      <a:pt x="8" y="1"/>
                      <a:pt x="70" y="40"/>
                      <a:pt x="150" y="47"/>
                    </a:cubicBezTo>
                    <a:cubicBezTo>
                      <a:pt x="152" y="47"/>
                      <a:pt x="154" y="49"/>
                      <a:pt x="154" y="52"/>
                    </a:cubicBezTo>
                    <a:cubicBezTo>
                      <a:pt x="154" y="54"/>
                      <a:pt x="152" y="56"/>
                      <a:pt x="149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54" name="Google Shape;354;p1"/>
              <p:cNvSpPr/>
              <p:nvPr/>
            </p:nvSpPr>
            <p:spPr>
              <a:xfrm flipH="1">
                <a:off x="3240360" y="3001320"/>
                <a:ext cx="146880" cy="127080"/>
              </a:xfrm>
              <a:custGeom>
                <a:rect b="b" l="l" r="r" t="t"/>
                <a:pathLst>
                  <a:path extrusionOk="0" h="371" w="429">
                    <a:moveTo>
                      <a:pt x="6" y="133"/>
                    </a:moveTo>
                    <a:cubicBezTo>
                      <a:pt x="6" y="133"/>
                      <a:pt x="-6" y="214"/>
                      <a:pt x="4" y="257"/>
                    </a:cubicBezTo>
                    <a:cubicBezTo>
                      <a:pt x="14" y="301"/>
                      <a:pt x="62" y="366"/>
                      <a:pt x="62" y="366"/>
                    </a:cubicBezTo>
                    <a:lnTo>
                      <a:pt x="103" y="371"/>
                    </a:lnTo>
                    <a:cubicBezTo>
                      <a:pt x="103" y="371"/>
                      <a:pt x="158" y="229"/>
                      <a:pt x="197" y="233"/>
                    </a:cubicBezTo>
                    <a:cubicBezTo>
                      <a:pt x="236" y="237"/>
                      <a:pt x="236" y="303"/>
                      <a:pt x="236" y="303"/>
                    </a:cubicBezTo>
                    <a:lnTo>
                      <a:pt x="234" y="320"/>
                    </a:lnTo>
                    <a:lnTo>
                      <a:pt x="261" y="320"/>
                    </a:lnTo>
                    <a:cubicBezTo>
                      <a:pt x="261" y="320"/>
                      <a:pt x="261" y="262"/>
                      <a:pt x="286" y="240"/>
                    </a:cubicBezTo>
                    <a:cubicBezTo>
                      <a:pt x="311" y="218"/>
                      <a:pt x="352" y="205"/>
                      <a:pt x="367" y="199"/>
                    </a:cubicBezTo>
                    <a:cubicBezTo>
                      <a:pt x="419" y="179"/>
                      <a:pt x="423" y="148"/>
                      <a:pt x="423" y="148"/>
                    </a:cubicBezTo>
                    <a:cubicBezTo>
                      <a:pt x="423" y="148"/>
                      <a:pt x="435" y="95"/>
                      <a:pt x="425" y="48"/>
                    </a:cubicBezTo>
                    <a:cubicBezTo>
                      <a:pt x="415" y="0"/>
                      <a:pt x="348" y="-17"/>
                      <a:pt x="280" y="19"/>
                    </a:cubicBezTo>
                    <a:cubicBezTo>
                      <a:pt x="248" y="36"/>
                      <a:pt x="190" y="41"/>
                      <a:pt x="157" y="49"/>
                    </a:cubicBezTo>
                    <a:cubicBezTo>
                      <a:pt x="124" y="58"/>
                      <a:pt x="32" y="29"/>
                      <a:pt x="6" y="1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55" name="Google Shape;355;p1"/>
              <p:cNvSpPr/>
              <p:nvPr/>
            </p:nvSpPr>
            <p:spPr>
              <a:xfrm flipH="1">
                <a:off x="2866320" y="3318840"/>
                <a:ext cx="118440" cy="99360"/>
              </a:xfrm>
              <a:custGeom>
                <a:rect b="b" l="l" r="r" t="t"/>
                <a:pathLst>
                  <a:path extrusionOk="0" h="291" w="346">
                    <a:moveTo>
                      <a:pt x="4" y="169"/>
                    </a:moveTo>
                    <a:lnTo>
                      <a:pt x="88" y="152"/>
                    </a:lnTo>
                    <a:cubicBezTo>
                      <a:pt x="88" y="152"/>
                      <a:pt x="141" y="71"/>
                      <a:pt x="164" y="49"/>
                    </a:cubicBezTo>
                    <a:cubicBezTo>
                      <a:pt x="187" y="27"/>
                      <a:pt x="242" y="27"/>
                      <a:pt x="281" y="17"/>
                    </a:cubicBezTo>
                    <a:cubicBezTo>
                      <a:pt x="320" y="7"/>
                      <a:pt x="337" y="-8"/>
                      <a:pt x="346" y="6"/>
                    </a:cubicBezTo>
                    <a:cubicBezTo>
                      <a:pt x="354" y="21"/>
                      <a:pt x="274" y="67"/>
                      <a:pt x="266" y="77"/>
                    </a:cubicBezTo>
                    <a:cubicBezTo>
                      <a:pt x="258" y="87"/>
                      <a:pt x="215" y="176"/>
                      <a:pt x="176" y="211"/>
                    </a:cubicBezTo>
                    <a:cubicBezTo>
                      <a:pt x="137" y="246"/>
                      <a:pt x="0" y="291"/>
                      <a:pt x="0" y="291"/>
                    </a:cubicBezTo>
                    <a:lnTo>
                      <a:pt x="4" y="169"/>
                    </a:lnTo>
                    <a:close/>
                  </a:path>
                </a:pathLst>
              </a:custGeom>
              <a:solidFill>
                <a:srgbClr val="886E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56" name="Google Shape;356;p1"/>
              <p:cNvSpPr/>
              <p:nvPr/>
            </p:nvSpPr>
            <p:spPr>
              <a:xfrm flipH="1">
                <a:off x="2971800" y="3243600"/>
                <a:ext cx="459720" cy="192960"/>
              </a:xfrm>
              <a:custGeom>
                <a:rect b="b" l="l" r="r" t="t"/>
                <a:pathLst>
                  <a:path extrusionOk="0" h="563" w="1341">
                    <a:moveTo>
                      <a:pt x="116" y="404"/>
                    </a:moveTo>
                    <a:cubicBezTo>
                      <a:pt x="116" y="404"/>
                      <a:pt x="562" y="524"/>
                      <a:pt x="685" y="554"/>
                    </a:cubicBezTo>
                    <a:cubicBezTo>
                      <a:pt x="808" y="585"/>
                      <a:pt x="1337" y="525"/>
                      <a:pt x="1337" y="525"/>
                    </a:cubicBezTo>
                    <a:cubicBezTo>
                      <a:pt x="1346" y="458"/>
                      <a:pt x="1340" y="399"/>
                      <a:pt x="1302" y="354"/>
                    </a:cubicBezTo>
                    <a:cubicBezTo>
                      <a:pt x="1302" y="354"/>
                      <a:pt x="873" y="297"/>
                      <a:pt x="801" y="290"/>
                    </a:cubicBezTo>
                    <a:cubicBezTo>
                      <a:pt x="729" y="284"/>
                      <a:pt x="297" y="12"/>
                      <a:pt x="297" y="12"/>
                    </a:cubicBezTo>
                    <a:cubicBezTo>
                      <a:pt x="297" y="12"/>
                      <a:pt x="127" y="-50"/>
                      <a:pt x="29" y="105"/>
                    </a:cubicBezTo>
                    <a:cubicBezTo>
                      <a:pt x="-69" y="260"/>
                      <a:pt x="116" y="404"/>
                      <a:pt x="116" y="4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57" name="Google Shape;357;p1"/>
              <p:cNvSpPr/>
              <p:nvPr/>
            </p:nvSpPr>
            <p:spPr>
              <a:xfrm flipH="1">
                <a:off x="2871720" y="3269520"/>
                <a:ext cx="111600" cy="109800"/>
              </a:xfrm>
              <a:custGeom>
                <a:rect b="b" l="l" r="r" t="t"/>
                <a:pathLst>
                  <a:path extrusionOk="0" h="321" w="326">
                    <a:moveTo>
                      <a:pt x="0" y="199"/>
                    </a:moveTo>
                    <a:lnTo>
                      <a:pt x="82" y="174"/>
                    </a:lnTo>
                    <a:cubicBezTo>
                      <a:pt x="82" y="174"/>
                      <a:pt x="128" y="89"/>
                      <a:pt x="149" y="64"/>
                    </a:cubicBezTo>
                    <a:cubicBezTo>
                      <a:pt x="169" y="40"/>
                      <a:pt x="224" y="36"/>
                      <a:pt x="262" y="22"/>
                    </a:cubicBezTo>
                    <a:cubicBezTo>
                      <a:pt x="299" y="8"/>
                      <a:pt x="315" y="-8"/>
                      <a:pt x="325" y="5"/>
                    </a:cubicBezTo>
                    <a:cubicBezTo>
                      <a:pt x="335" y="19"/>
                      <a:pt x="259" y="73"/>
                      <a:pt x="252" y="83"/>
                    </a:cubicBezTo>
                    <a:cubicBezTo>
                      <a:pt x="244" y="94"/>
                      <a:pt x="210" y="187"/>
                      <a:pt x="175" y="225"/>
                    </a:cubicBezTo>
                    <a:cubicBezTo>
                      <a:pt x="139" y="263"/>
                      <a:pt x="7" y="321"/>
                      <a:pt x="7" y="321"/>
                    </a:cubicBezTo>
                    <a:lnTo>
                      <a:pt x="0" y="199"/>
                    </a:lnTo>
                    <a:close/>
                  </a:path>
                </a:pathLst>
              </a:custGeom>
              <a:solidFill>
                <a:srgbClr val="886E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58" name="Google Shape;358;p1"/>
              <p:cNvSpPr/>
              <p:nvPr/>
            </p:nvSpPr>
            <p:spPr>
              <a:xfrm flipH="1">
                <a:off x="2940120" y="3240000"/>
                <a:ext cx="490680" cy="184320"/>
              </a:xfrm>
              <a:custGeom>
                <a:rect b="b" l="l" r="r" t="t"/>
                <a:pathLst>
                  <a:path extrusionOk="0" h="538" w="1431">
                    <a:moveTo>
                      <a:pt x="143" y="433"/>
                    </a:moveTo>
                    <a:cubicBezTo>
                      <a:pt x="143" y="433"/>
                      <a:pt x="622" y="516"/>
                      <a:pt x="754" y="536"/>
                    </a:cubicBezTo>
                    <a:cubicBezTo>
                      <a:pt x="886" y="556"/>
                      <a:pt x="1430" y="420"/>
                      <a:pt x="1430" y="420"/>
                    </a:cubicBezTo>
                    <a:cubicBezTo>
                      <a:pt x="1434" y="348"/>
                      <a:pt x="1421" y="286"/>
                      <a:pt x="1377" y="243"/>
                    </a:cubicBezTo>
                    <a:cubicBezTo>
                      <a:pt x="1377" y="243"/>
                      <a:pt x="926" y="249"/>
                      <a:pt x="850" y="249"/>
                    </a:cubicBezTo>
                    <a:cubicBezTo>
                      <a:pt x="774" y="249"/>
                      <a:pt x="295" y="6"/>
                      <a:pt x="295" y="6"/>
                    </a:cubicBezTo>
                    <a:cubicBezTo>
                      <a:pt x="295" y="6"/>
                      <a:pt x="110" y="-43"/>
                      <a:pt x="22" y="129"/>
                    </a:cubicBezTo>
                    <a:cubicBezTo>
                      <a:pt x="-66" y="301"/>
                      <a:pt x="143" y="433"/>
                      <a:pt x="143" y="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59" name="Google Shape;359;p1"/>
              <p:cNvSpPr/>
              <p:nvPr/>
            </p:nvSpPr>
            <p:spPr>
              <a:xfrm flipH="1">
                <a:off x="3332880" y="3213000"/>
                <a:ext cx="106560" cy="149400"/>
              </a:xfrm>
              <a:custGeom>
                <a:rect b="b" l="l" r="r" t="t"/>
                <a:pathLst>
                  <a:path extrusionOk="0" h="436" w="312">
                    <a:moveTo>
                      <a:pt x="129" y="436"/>
                    </a:moveTo>
                    <a:cubicBezTo>
                      <a:pt x="128" y="436"/>
                      <a:pt x="127" y="435"/>
                      <a:pt x="127" y="435"/>
                    </a:cubicBezTo>
                    <a:cubicBezTo>
                      <a:pt x="59" y="397"/>
                      <a:pt x="9" y="319"/>
                      <a:pt x="1" y="236"/>
                    </a:cubicBezTo>
                    <a:cubicBezTo>
                      <a:pt x="-6" y="164"/>
                      <a:pt x="19" y="100"/>
                      <a:pt x="70" y="56"/>
                    </a:cubicBezTo>
                    <a:cubicBezTo>
                      <a:pt x="195" y="-52"/>
                      <a:pt x="309" y="28"/>
                      <a:pt x="310" y="28"/>
                    </a:cubicBezTo>
                    <a:cubicBezTo>
                      <a:pt x="312" y="30"/>
                      <a:pt x="312" y="33"/>
                      <a:pt x="311" y="34"/>
                    </a:cubicBezTo>
                    <a:cubicBezTo>
                      <a:pt x="309" y="36"/>
                      <a:pt x="307" y="37"/>
                      <a:pt x="305" y="36"/>
                    </a:cubicBezTo>
                    <a:cubicBezTo>
                      <a:pt x="301" y="32"/>
                      <a:pt x="196" y="-41"/>
                      <a:pt x="76" y="62"/>
                    </a:cubicBezTo>
                    <a:cubicBezTo>
                      <a:pt x="27" y="105"/>
                      <a:pt x="3" y="166"/>
                      <a:pt x="10" y="236"/>
                    </a:cubicBezTo>
                    <a:cubicBezTo>
                      <a:pt x="18" y="315"/>
                      <a:pt x="65" y="390"/>
                      <a:pt x="131" y="427"/>
                    </a:cubicBezTo>
                    <a:cubicBezTo>
                      <a:pt x="133" y="429"/>
                      <a:pt x="134" y="431"/>
                      <a:pt x="133" y="433"/>
                    </a:cubicBezTo>
                    <a:cubicBezTo>
                      <a:pt x="132" y="435"/>
                      <a:pt x="130" y="436"/>
                      <a:pt x="129" y="43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sp>
          <p:nvSpPr>
            <p:cNvPr id="360" name="Google Shape;360;p1"/>
            <p:cNvSpPr/>
            <p:nvPr/>
          </p:nvSpPr>
          <p:spPr>
            <a:xfrm>
              <a:off x="1241640" y="2895840"/>
              <a:ext cx="1546200" cy="154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0" u="none" cap="none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rPr>
                <a:t>$</a:t>
              </a:r>
              <a:endParaRPr b="0" i="0" sz="90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The Baseline</a:t>
            </a:r>
            <a:endParaRPr b="0" i="0" sz="35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66" name="Google Shape;366;p2"/>
          <p:cNvSpPr/>
          <p:nvPr/>
        </p:nvSpPr>
        <p:spPr>
          <a:xfrm>
            <a:off x="436525" y="1428475"/>
            <a:ext cx="2620200" cy="3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current state:</a:t>
            </a: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Platform-wide authorization rate sits at 79.3%.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false assumption:</a:t>
            </a: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The bottom 10 worst-performing issuers only account for 13.25% of total rejections.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real opportunity:</a:t>
            </a: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62.7% of all rejections originate from just five major institutions.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367" name="Google Shape;367;p2" title="Captura de Tela 2026-05-19 às 23.53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8700" y="1514550"/>
            <a:ext cx="5353801" cy="3381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The 80/20: Focus on the Big 5</a:t>
            </a:r>
            <a:endParaRPr b="0" i="0" sz="35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73" name="Google Shape;373;p5"/>
          <p:cNvSpPr/>
          <p:nvPr/>
        </p:nvSpPr>
        <p:spPr>
          <a:xfrm>
            <a:off x="476275" y="4169025"/>
            <a:ext cx="8191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374" name="Google Shape;374;p5" title="Captura de Tela 2026-05-20 às 01.34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0725" y="1428473"/>
            <a:ext cx="6722179" cy="321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882275e7c_0_20"/>
          <p:cNvSpPr/>
          <p:nvPr/>
        </p:nvSpPr>
        <p:spPr>
          <a:xfrm>
            <a:off x="476280" y="4762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The CVC Paradox</a:t>
            </a:r>
            <a:endParaRPr b="0" i="0" sz="35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80" name="Google Shape;380;g3a882275e7c_0_20"/>
          <p:cNvSpPr/>
          <p:nvPr/>
        </p:nvSpPr>
        <p:spPr>
          <a:xfrm>
            <a:off x="436525" y="1428475"/>
            <a:ext cx="4009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Industry Norm:</a:t>
            </a: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Submitting a CVC actually correlates with lower authorization rates for most major banks.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381" name="Google Shape;381;g3a882275e7c_0_20" title="Captura de Tela 2026-05-20 às 00.17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475" y="2331801"/>
            <a:ext cx="8083300" cy="18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a882275e7c_0_20"/>
          <p:cNvSpPr/>
          <p:nvPr/>
        </p:nvSpPr>
        <p:spPr>
          <a:xfrm>
            <a:off x="436525" y="4220100"/>
            <a:ext cx="81912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Static checkout flow leave money on the table. Forcing CVC globally hurts Inter, but making it optional globally hurts Nubank. Dynamic routing is required.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83" name="Google Shape;383;g3a882275e7c_0_20"/>
          <p:cNvSpPr/>
          <p:nvPr/>
        </p:nvSpPr>
        <p:spPr>
          <a:xfrm>
            <a:off x="4617925" y="1428475"/>
            <a:ext cx="4009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Nubank Exception:</a:t>
            </a: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Hypothesis testing (p &lt; 0.05) confirms Nubank actively penalizes transactions missing a CVC.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a882275e7c_0_26"/>
          <p:cNvSpPr/>
          <p:nvPr/>
        </p:nvSpPr>
        <p:spPr>
          <a:xfrm>
            <a:off x="476280" y="4762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Recurrence</a:t>
            </a:r>
            <a:r>
              <a:rPr b="1" lang="en-US" sz="35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as a Signal of </a:t>
            </a:r>
            <a:r>
              <a:rPr b="1" lang="en-US" sz="35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Trust</a:t>
            </a:r>
            <a:endParaRPr b="0" i="0" sz="35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89" name="Google Shape;389;g3a882275e7c_0_26"/>
          <p:cNvSpPr/>
          <p:nvPr/>
        </p:nvSpPr>
        <p:spPr>
          <a:xfrm>
            <a:off x="436525" y="1428475"/>
            <a:ext cx="3748800" cy="28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Finding:</a:t>
            </a: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ContAuth (recurring/saved card) transactions outperform standard Ecommerce transactions.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Evidence:</a:t>
            </a: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Banco Inter jumps from 54% (Ecom) to 74.5% (ContAuth).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Statistical Validation</a:t>
            </a:r>
            <a:r>
              <a:rPr b="1"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 &lt; 0.05 confirms issuers inherently trust saved-card network tokens over raw PAN entries.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390" name="Google Shape;390;g3a882275e7c_0_26" title="Captura de Tela 2026-05-20 às 01.15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5325" y="1428475"/>
            <a:ext cx="4363875" cy="2700376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g3a882275e7c_0_26"/>
          <p:cNvSpPr txBox="1"/>
          <p:nvPr/>
        </p:nvSpPr>
        <p:spPr>
          <a:xfrm>
            <a:off x="436525" y="4224528"/>
            <a:ext cx="823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Converting one-off shoppers to tokenized ConAuth users immediately unlocks double-digit approval lifts for digital banks.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a882275e7c_0_35"/>
          <p:cNvSpPr/>
          <p:nvPr/>
        </p:nvSpPr>
        <p:spPr>
          <a:xfrm>
            <a:off x="476280" y="4762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Small Amounts Aren't the Enemy</a:t>
            </a:r>
            <a:endParaRPr b="0" i="0" sz="35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97" name="Google Shape;397;g3a882275e7c_0_35"/>
          <p:cNvSpPr/>
          <p:nvPr/>
        </p:nvSpPr>
        <p:spPr>
          <a:xfrm>
            <a:off x="436525" y="1428475"/>
            <a:ext cx="81912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Statistical Proof</a:t>
            </a:r>
            <a:r>
              <a:rPr b="1"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Z-test revealed no statistical evidence (p &gt; 0.05) that small amounts have lower approval rates.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98" name="Google Shape;398;g3a882275e7c_0_35"/>
          <p:cNvSpPr/>
          <p:nvPr/>
        </p:nvSpPr>
        <p:spPr>
          <a:xfrm>
            <a:off x="436525" y="4224528"/>
            <a:ext cx="81912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Adyen's upstream fraud systems already catch malicious card-testing. Legitimate micro-transactions should not be unnecessarily penalized by custom merchant rules.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399" name="Google Shape;399;g3a882275e7c_0_35" title="Captura de Tela 2026-05-20 às 02.18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2913" y="2021275"/>
            <a:ext cx="6378413" cy="171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a882275e7c_0_44"/>
          <p:cNvSpPr/>
          <p:nvPr/>
        </p:nvSpPr>
        <p:spPr>
          <a:xfrm>
            <a:off x="476280" y="4762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Scaling The Analytics Framework</a:t>
            </a:r>
            <a:endParaRPr b="0" i="0" sz="35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05" name="Google Shape;405;g3a882275e7c_0_44"/>
          <p:cNvSpPr/>
          <p:nvPr/>
        </p:nvSpPr>
        <p:spPr>
          <a:xfrm>
            <a:off x="436525" y="1428475"/>
            <a:ext cx="81912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From Notebook to Pipeline</a:t>
            </a:r>
            <a:r>
              <a:rPr b="1"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Convert ad hoc Jupyter analyses into robust data models.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406" name="Google Shape;406;g3a882275e7c_0_44" title="Captura de Tela 2026-05-20 às 02.34.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776" y="2331720"/>
            <a:ext cx="8083295" cy="1801368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g3a882275e7c_0_44"/>
          <p:cNvSpPr/>
          <p:nvPr/>
        </p:nvSpPr>
        <p:spPr>
          <a:xfrm>
            <a:off x="438912" y="4224528"/>
            <a:ext cx="81912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By establishing single-source-of-truth data marts, Commercial teams can instantly generate customized performance diagnostics for any merchant globally</a:t>
            </a: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a882275e7c_0_54"/>
          <p:cNvSpPr/>
          <p:nvPr/>
        </p:nvSpPr>
        <p:spPr>
          <a:xfrm>
            <a:off x="476280" y="4762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Recommended Action Plan</a:t>
            </a:r>
            <a:endParaRPr b="0" i="0" sz="35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13" name="Google Shape;413;g3a882275e7c_0_54"/>
          <p:cNvSpPr/>
          <p:nvPr/>
        </p:nvSpPr>
        <p:spPr>
          <a:xfrm>
            <a:off x="436525" y="1428475"/>
            <a:ext cx="81912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14" name="Google Shape;414;g3a882275e7c_0_54"/>
          <p:cNvSpPr/>
          <p:nvPr/>
        </p:nvSpPr>
        <p:spPr>
          <a:xfrm>
            <a:off x="438912" y="4224528"/>
            <a:ext cx="81912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Focus on issuer-specific optimization instead of applying global checkout rules.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Authorization performance is primarily driven by issuer behavior, trust signals, and transaction context.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aphicFrame>
        <p:nvGraphicFramePr>
          <p:cNvPr id="415" name="Google Shape;415;g3a882275e7c_0_54"/>
          <p:cNvGraphicFramePr/>
          <p:nvPr/>
        </p:nvGraphicFramePr>
        <p:xfrm>
          <a:off x="952375" y="155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{07B25721-8922-4656-81FE-5AEF6395C926}</a:tableStyleId>
              </a:tblPr>
              <a:tblGrid>
                <a:gridCol w="968225"/>
                <a:gridCol w="2934400"/>
                <a:gridCol w="2179400"/>
                <a:gridCol w="1156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Priority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Initiative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Expected Impact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Complexity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🟥</a:t>
                      </a:r>
                      <a:r>
                        <a:rPr lang="en-US" sz="1200"/>
                        <a:t>High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Dynamic CVC strategy by issuer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Immediate auth uplift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Medium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🟥</a:t>
                      </a:r>
                      <a:r>
                        <a:rPr lang="en-US" sz="1200"/>
                        <a:t>High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Increase ContAuth/tokenization adoption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Double-digit approval gains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Medium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🟨</a:t>
                      </a:r>
                      <a:r>
                        <a:rPr lang="en-US" sz="1200"/>
                        <a:t>Medium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Focus optimization on Top 5 issuers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Highest rejection recovery opportunity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Low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⬜</a:t>
                      </a:r>
                      <a:r>
                        <a:rPr lang="en-US" sz="1200"/>
                        <a:t>Low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Remove unnecessary low-value blocking rules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Reduce false positives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Low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6a0d13e78bc1b" id="420" name="Google Shape;4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7"/>
          <p:cNvSpPr/>
          <p:nvPr/>
        </p:nvSpPr>
        <p:spPr>
          <a:xfrm>
            <a:off x="4703875" y="2232900"/>
            <a:ext cx="37221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Thank you!</a:t>
            </a:r>
            <a:endParaRPr b="0" i="0" sz="35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conomic Activity Meeting by Slidesgo">
  <a:themeElements>
    <a:clrScheme name="Simple Light">
      <a:dk1>
        <a:srgbClr val="243B50"/>
      </a:dk1>
      <a:lt1>
        <a:srgbClr val="EFEEEA"/>
      </a:lt1>
      <a:dk2>
        <a:srgbClr val="D9E7D8"/>
      </a:dk2>
      <a:lt2>
        <a:srgbClr val="B9D0B8"/>
      </a:lt2>
      <a:accent1>
        <a:srgbClr val="839B82"/>
      </a:accent1>
      <a:accent2>
        <a:srgbClr val="61795F"/>
      </a:accent2>
      <a:accent3>
        <a:srgbClr val="E96D5F"/>
      </a:accent3>
      <a:accent4>
        <a:srgbClr val="F9F3E7"/>
      </a:accent4>
      <a:accent5>
        <a:srgbClr val="FFFFFF"/>
      </a:accent5>
      <a:accent6>
        <a:srgbClr val="FFFFFF"/>
      </a:accent6>
      <a:hlink>
        <a:srgbClr val="243B5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2026-05-20T01:52:39Z</dcterms:created>
  <dc:creator>Unknown Creator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12.0</vt:r8>
  </property>
</Properties>
</file>